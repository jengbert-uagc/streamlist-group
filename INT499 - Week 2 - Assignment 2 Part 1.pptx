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
  </p:notesMasterIdLst>
  <p:handoutMasterIdLst>
    <p:handoutMasterId r:id="rId11"/>
  </p:handoutMasterIdLst>
  <p:sldIdLst>
    <p:sldId id="273" r:id="rId5"/>
    <p:sldId id="275" r:id="rId6"/>
    <p:sldId id="277" r:id="rId7"/>
    <p:sldId id="278" r:id="rId8"/>
    <p:sldId id="279" r:id="rId9"/>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224" userDrawn="1">
          <p15:clr>
            <a:srgbClr val="A4A3A4"/>
          </p15:clr>
        </p15:guide>
        <p15:guide id="3" pos="7368" userDrawn="1">
          <p15:clr>
            <a:srgbClr val="A4A3A4"/>
          </p15:clr>
        </p15:guide>
        <p15:guide id="4" pos="312" userDrawn="1">
          <p15:clr>
            <a:srgbClr val="A4A3A4"/>
          </p15:clr>
        </p15:guide>
        <p15:guide id="6" orient="horz" pos="2856" userDrawn="1">
          <p15:clr>
            <a:srgbClr val="A4A3A4"/>
          </p15:clr>
        </p15:guide>
        <p15:guide id="7" pos="5928" userDrawn="1">
          <p15:clr>
            <a:srgbClr val="A4A3A4"/>
          </p15:clr>
        </p15:guide>
        <p15:guide id="8" pos="6168" userDrawn="1">
          <p15:clr>
            <a:srgbClr val="A4A3A4"/>
          </p15:clr>
        </p15:guide>
        <p15:guide id="9" pos="1512" userDrawn="1">
          <p15:clr>
            <a:srgbClr val="A4A3A4"/>
          </p15:clr>
        </p15:guide>
        <p15:guide id="10" orient="horz" pos="264" userDrawn="1">
          <p15:clr>
            <a:srgbClr val="A4A3A4"/>
          </p15:clr>
        </p15:guide>
        <p15:guide id="11" pos="2496" userDrawn="1">
          <p15:clr>
            <a:srgbClr val="A4A3A4"/>
          </p15:clr>
        </p15:guide>
        <p15:guide id="12" pos="2688" userDrawn="1">
          <p15:clr>
            <a:srgbClr val="A4A3A4"/>
          </p15:clr>
        </p15:guide>
        <p15:guide id="13" pos="4536" userDrawn="1">
          <p15:clr>
            <a:srgbClr val="A4A3A4"/>
          </p15:clr>
        </p15:guide>
        <p15:guide id="14" pos="4008" userDrawn="1">
          <p15:clr>
            <a:srgbClr val="A4A3A4"/>
          </p15:clr>
        </p15:guide>
        <p15:guide id="15" pos="4944" userDrawn="1">
          <p15:clr>
            <a:srgbClr val="A4A3A4"/>
          </p15:clr>
        </p15:guide>
        <p15:guide id="16" pos="5136" userDrawn="1">
          <p15:clr>
            <a:srgbClr val="A4A3A4"/>
          </p15:clr>
        </p15:guide>
        <p15:guide id="17" orient="horz" pos="1584" userDrawn="1">
          <p15:clr>
            <a:srgbClr val="A4A3A4"/>
          </p15:clr>
        </p15:guide>
        <p15:guide id="18" orient="horz" pos="2736" userDrawn="1">
          <p15:clr>
            <a:srgbClr val="A4A3A4"/>
          </p15:clr>
        </p15:guide>
        <p15:guide id="19" orient="horz" pos="3648" userDrawn="1">
          <p15:clr>
            <a:srgbClr val="A4A3A4"/>
          </p15:clr>
        </p15:guide>
        <p15:guide id="20" orient="horz" pos="864" userDrawn="1">
          <p15:clr>
            <a:srgbClr val="A4A3A4"/>
          </p15:clr>
        </p15:guide>
        <p15:guide id="21" orient="horz" pos="3984" userDrawn="1">
          <p15:clr>
            <a:srgbClr val="A4A3A4"/>
          </p15:clr>
        </p15:guide>
        <p15:guide id="22" pos="456" userDrawn="1">
          <p15:clr>
            <a:srgbClr val="A4A3A4"/>
          </p15:clr>
        </p15:guide>
        <p15:guide id="23" pos="7248" userDrawn="1">
          <p15:clr>
            <a:srgbClr val="A4A3A4"/>
          </p15:clr>
        </p15:guide>
        <p15:guide id="24" orient="horz" pos="1920" userDrawn="1">
          <p15:clr>
            <a:srgbClr val="A4A3A4"/>
          </p15:clr>
        </p15:guide>
        <p15:guide id="25" orient="horz" pos="2256" userDrawn="1">
          <p15:clr>
            <a:srgbClr val="A4A3A4"/>
          </p15:clr>
        </p15:guide>
        <p15:guide id="26" pos="7176" userDrawn="1">
          <p15:clr>
            <a:srgbClr val="A4A3A4"/>
          </p15:clr>
        </p15:guide>
        <p15:guide id="27" orient="horz" pos="1704" userDrawn="1">
          <p15:clr>
            <a:srgbClr val="A4A3A4"/>
          </p15:clr>
        </p15:guide>
        <p15:guide id="28" pos="4176" userDrawn="1">
          <p15:clr>
            <a:srgbClr val="A4A3A4"/>
          </p15:clr>
        </p15:guide>
        <p15:guide id="29" orient="horz" pos="2592" userDrawn="1">
          <p15:clr>
            <a:srgbClr val="A4A3A4"/>
          </p15:clr>
        </p15:guide>
        <p15:guide id="30" pos="6912" userDrawn="1">
          <p15:clr>
            <a:srgbClr val="A4A3A4"/>
          </p15:clr>
        </p15:guide>
        <p15:guide id="31" pos="355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BEB2"/>
    <a:srgbClr val="753F2D"/>
    <a:srgbClr val="5E3324"/>
    <a:srgbClr val="8A4C34"/>
    <a:srgbClr val="815550"/>
    <a:srgbClr val="A3573E"/>
    <a:srgbClr val="E7E6E6"/>
    <a:srgbClr val="C28D6D"/>
    <a:srgbClr val="D2986F"/>
    <a:srgbClr val="333B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798982-9E56-13ED-9198-DFC7737BE7CA}" v="313" dt="2026-03-30T00:01:08.9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82"/>
    <p:restoredTop sz="96327"/>
  </p:normalViewPr>
  <p:slideViewPr>
    <p:cSldViewPr snapToGrid="0">
      <p:cViewPr>
        <p:scale>
          <a:sx n="100" d="100"/>
          <a:sy n="100" d="100"/>
        </p:scale>
        <p:origin x="-845" y="58"/>
      </p:cViewPr>
      <p:guideLst>
        <p:guide orient="horz" pos="1224"/>
        <p:guide pos="7368"/>
        <p:guide pos="312"/>
        <p:guide orient="horz" pos="2856"/>
        <p:guide pos="5928"/>
        <p:guide pos="6168"/>
        <p:guide pos="1512"/>
        <p:guide orient="horz" pos="264"/>
        <p:guide pos="2496"/>
        <p:guide pos="2688"/>
        <p:guide pos="4536"/>
        <p:guide pos="4008"/>
        <p:guide pos="4944"/>
        <p:guide pos="5136"/>
        <p:guide orient="horz" pos="1584"/>
        <p:guide orient="horz" pos="2736"/>
        <p:guide orient="horz" pos="3648"/>
        <p:guide orient="horz" pos="864"/>
        <p:guide orient="horz" pos="3984"/>
        <p:guide pos="456"/>
        <p:guide pos="7248"/>
        <p:guide orient="horz" pos="1920"/>
        <p:guide orient="horz" pos="2256"/>
        <p:guide pos="7176"/>
        <p:guide orient="horz" pos="1704"/>
        <p:guide pos="4176"/>
        <p:guide orient="horz" pos="2592"/>
        <p:guide pos="6912"/>
        <p:guide pos="3552"/>
      </p:guideLst>
    </p:cSldViewPr>
  </p:slideViewPr>
  <p:notesTextViewPr>
    <p:cViewPr>
      <p:scale>
        <a:sx n="1" d="1"/>
        <a:sy n="1" d="1"/>
      </p:scale>
      <p:origin x="0" y="0"/>
    </p:cViewPr>
  </p:notesText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B30D67-EB7C-4323-A6AB-20071C4FCC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B26DD94-0E47-FE33-5C0F-9E497B99BE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433F7E-3633-4FA3-974D-CA21FB24834F}" type="datetimeFigureOut">
              <a:rPr lang="en-US" smtClean="0"/>
              <a:t>3/29/2026</a:t>
            </a:fld>
            <a:endParaRPr lang="en-US"/>
          </a:p>
        </p:txBody>
      </p:sp>
      <p:sp>
        <p:nvSpPr>
          <p:cNvPr id="4" name="Footer Placeholder 3">
            <a:extLst>
              <a:ext uri="{FF2B5EF4-FFF2-40B4-BE49-F238E27FC236}">
                <a16:creationId xmlns:a16="http://schemas.microsoft.com/office/drawing/2014/main" id="{B9636FF0-1B83-FCD7-197D-6F6CBEA8F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AA88305-7C09-5A95-A84B-C7CEA8D00F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482836-E43C-41FF-A11B-3D8AB6E68FC7}" type="slidenum">
              <a:rPr lang="en-US" smtClean="0"/>
              <a:t>‹#›</a:t>
            </a:fld>
            <a:endParaRPr lang="en-US"/>
          </a:p>
        </p:txBody>
      </p:sp>
    </p:spTree>
    <p:extLst>
      <p:ext uri="{BB962C8B-B14F-4D97-AF65-F5344CB8AC3E}">
        <p14:creationId xmlns:p14="http://schemas.microsoft.com/office/powerpoint/2010/main" val="380098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5F7B4-7442-4021-9F1E-8BC3C363C892}" type="datetimeFigureOut">
              <a:rPr lang="en-US" noProof="0" smtClean="0"/>
              <a:t>3/29/2026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DE012-9E2E-4477-8B5C-4E7D4E9BCBA6}" type="slidenum">
              <a:rPr lang="en-US" noProof="0" smtClean="0"/>
              <a:t>‹#›</a:t>
            </a:fld>
            <a:endParaRPr lang="en-US" noProof="0" dirty="0"/>
          </a:p>
        </p:txBody>
      </p:sp>
    </p:spTree>
    <p:extLst>
      <p:ext uri="{BB962C8B-B14F-4D97-AF65-F5344CB8AC3E}">
        <p14:creationId xmlns:p14="http://schemas.microsoft.com/office/powerpoint/2010/main" val="739385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CDE012-9E2E-4477-8B5C-4E7D4E9BCBA6}" type="slidenum">
              <a:rPr lang="en-US" smtClean="0"/>
              <a:t>1</a:t>
            </a:fld>
            <a:endParaRPr lang="en-US"/>
          </a:p>
        </p:txBody>
      </p:sp>
    </p:spTree>
    <p:extLst>
      <p:ext uri="{BB962C8B-B14F-4D97-AF65-F5344CB8AC3E}">
        <p14:creationId xmlns:p14="http://schemas.microsoft.com/office/powerpoint/2010/main" val="1498192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explains the design planning for the </a:t>
            </a:r>
            <a:r>
              <a:rPr lang="en-US" dirty="0" err="1"/>
              <a:t>StreamList</a:t>
            </a:r>
            <a:r>
              <a:rPr lang="en-US" dirty="0"/>
              <a:t> application. The goal of this project is to develop a web-based application that allows users to organize and manage movie watchlists within the </a:t>
            </a:r>
            <a:r>
              <a:rPr lang="en-US" dirty="0" err="1"/>
              <a:t>EZTechMovie</a:t>
            </a:r>
            <a:r>
              <a:rPr lang="en-US" dirty="0"/>
              <a:t> streaming platform. The design work includes a project Gantt chart that outlines development tasks and timelines, along with wireframes that illustrate the structure of the user interface.</a:t>
            </a:r>
          </a:p>
          <a:p>
            <a:endParaRPr lang="en-US" dirty="0"/>
          </a:p>
          <a:p>
            <a:r>
              <a:rPr lang="en-US"/>
              <a:t>The project design is based on the functional and non-functional requirements outlined in the Software Requirements Specification, which defines the system features such as movie list management, search functionality, subscription management, and payment handling.</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DECDE012-9E2E-4477-8B5C-4E7D4E9BCBA6}" type="slidenum">
              <a:rPr lang="en-US" noProof="0" smtClean="0"/>
              <a:t>2</a:t>
            </a:fld>
            <a:endParaRPr lang="en-US" noProof="0"/>
          </a:p>
        </p:txBody>
      </p:sp>
    </p:spTree>
    <p:extLst>
      <p:ext uri="{BB962C8B-B14F-4D97-AF65-F5344CB8AC3E}">
        <p14:creationId xmlns:p14="http://schemas.microsoft.com/office/powerpoint/2010/main" val="2032439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Gantt chart for the </a:t>
            </a:r>
            <a:r>
              <a:rPr lang="en-US" dirty="0" err="1"/>
              <a:t>StreamList</a:t>
            </a:r>
            <a:r>
              <a:rPr lang="en-US" dirty="0"/>
              <a:t> project was created using </a:t>
            </a:r>
            <a:r>
              <a:rPr lang="en-US" dirty="0" err="1"/>
              <a:t>ProjectLibre</a:t>
            </a:r>
            <a:r>
              <a:rPr lang="en-US" dirty="0"/>
              <a:t> to plan the development schedule. Each task in the chart was derived from the functional requirements defined in the Software Requirements Specification, including user account management, movie search functionality, </a:t>
            </a:r>
            <a:r>
              <a:rPr lang="en-US" dirty="0" err="1"/>
              <a:t>StreamList</a:t>
            </a:r>
            <a:r>
              <a:rPr lang="en-US" dirty="0"/>
              <a:t> list management, subscription management, and payment processing. </a:t>
            </a:r>
          </a:p>
          <a:p>
            <a:r>
              <a:rPr lang="en-US" dirty="0"/>
              <a:t>The tasks are arranged in the order they must be completed. Foundational tasks such as project setup, application structure, and routing are completed first. Once the base application framework is established, development tasks such as UI components, movie search features, and shopping cart functionality can be developed concurrently.</a:t>
            </a:r>
            <a:endParaRPr lang="en-US" dirty="0">
              <a:ea typeface="Calibri"/>
              <a:cs typeface="Calibri"/>
            </a:endParaRPr>
          </a:p>
          <a:p>
            <a:r>
              <a:rPr lang="en-US" dirty="0"/>
              <a:t>Each task includes a time estimate to provide a realistic timeline for development. Milestones are also included to represent major deliverables such as completion of the application structure, feature implementation, testing, and final project delivery.</a:t>
            </a:r>
            <a:endParaRPr lang="en-US" dirty="0">
              <a:ea typeface="Calibri"/>
              <a:cs typeface="Calibri"/>
            </a:endParaRP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DECDE012-9E2E-4477-8B5C-4E7D4E9BCBA6}" type="slidenum">
              <a:rPr lang="en-US" noProof="0" smtClean="0"/>
              <a:t>3</a:t>
            </a:fld>
            <a:endParaRPr lang="en-US" noProof="0"/>
          </a:p>
        </p:txBody>
      </p:sp>
    </p:spTree>
    <p:extLst>
      <p:ext uri="{BB962C8B-B14F-4D97-AF65-F5344CB8AC3E}">
        <p14:creationId xmlns:p14="http://schemas.microsoft.com/office/powerpoint/2010/main" val="1673130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F6FDD-92DD-9C04-BFDB-517636DCD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88B852-2858-A595-4FAB-A56CE37EE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99C5E4-D4B9-AB43-7499-1DF4EE323359}"/>
              </a:ext>
            </a:extLst>
          </p:cNvPr>
          <p:cNvSpPr>
            <a:spLocks noGrp="1"/>
          </p:cNvSpPr>
          <p:nvPr>
            <p:ph type="body" idx="1"/>
          </p:nvPr>
        </p:nvSpPr>
        <p:spPr/>
        <p:txBody>
          <a:bodyPr/>
          <a:lstStyle/>
          <a:p>
            <a:r>
              <a:rPr lang="en-US" dirty="0"/>
              <a:t>The wireframe illustrates the structure of the </a:t>
            </a:r>
            <a:r>
              <a:rPr lang="en-US" dirty="0" err="1"/>
              <a:t>StreamList</a:t>
            </a:r>
            <a:r>
              <a:rPr lang="en-US" dirty="0"/>
              <a:t> user interface. The purpose of the wireframe is to provide a skeletal layout of the application without focusing on design details such as colors or styling.</a:t>
            </a:r>
          </a:p>
          <a:p>
            <a:r>
              <a:rPr lang="en-US" dirty="0"/>
              <a:t>The top navigation menu allows users to move between the four primary sections of the application: the </a:t>
            </a:r>
            <a:r>
              <a:rPr lang="en-US" dirty="0" err="1"/>
              <a:t>StreamList</a:t>
            </a:r>
            <a:r>
              <a:rPr lang="en-US" dirty="0"/>
              <a:t> homepage, the Movies page, the Cart page, and the About page.</a:t>
            </a:r>
            <a:endParaRPr lang="en-US" dirty="0">
              <a:ea typeface="Calibri"/>
              <a:cs typeface="Calibri"/>
            </a:endParaRPr>
          </a:p>
          <a:p>
            <a:r>
              <a:rPr lang="en-US" dirty="0"/>
              <a:t>Each page contains buttons representing the main functional elements of the application. For example, the homepage allows users to enter movie titles and manage lists such as movies to watch or movies already completed. The Movies page will allow users to browse films by genre, find similar movies, and view ratings. The Cart page supports subscription management and billing information, while the About page contains company information and contact details.</a:t>
            </a:r>
            <a:endParaRPr lang="en-US" dirty="0">
              <a:ea typeface="Calibri"/>
              <a:cs typeface="Calibri"/>
            </a:endParaRPr>
          </a:p>
          <a:p>
            <a:r>
              <a:rPr lang="en-US" dirty="0"/>
              <a:t>The wireframe reflects the component-based structure used in React, where each page will be implemented as an individual component connected through React Router navigation.</a:t>
            </a:r>
            <a:endParaRPr lang="en-US" dirty="0">
              <a:ea typeface="Calibri"/>
              <a:cs typeface="Calibri"/>
            </a:endParaRPr>
          </a:p>
          <a:p>
            <a:endParaRPr lang="en-US" dirty="0">
              <a:ea typeface="Calibri"/>
              <a:cs typeface="Calibri"/>
            </a:endParaRPr>
          </a:p>
          <a:p>
            <a:endParaRPr lang="en-US" dirty="0"/>
          </a:p>
        </p:txBody>
      </p:sp>
      <p:sp>
        <p:nvSpPr>
          <p:cNvPr id="4" name="Slide Number Placeholder 3">
            <a:extLst>
              <a:ext uri="{FF2B5EF4-FFF2-40B4-BE49-F238E27FC236}">
                <a16:creationId xmlns:a16="http://schemas.microsoft.com/office/drawing/2014/main" id="{251234CB-E2FB-9A59-844B-DCFCA464FEB1}"/>
              </a:ext>
            </a:extLst>
          </p:cNvPr>
          <p:cNvSpPr>
            <a:spLocks noGrp="1"/>
          </p:cNvSpPr>
          <p:nvPr>
            <p:ph type="sldNum" sz="quarter" idx="5"/>
          </p:nvPr>
        </p:nvSpPr>
        <p:spPr/>
        <p:txBody>
          <a:bodyPr/>
          <a:lstStyle/>
          <a:p>
            <a:fld id="{DECDE012-9E2E-4477-8B5C-4E7D4E9BCBA6}" type="slidenum">
              <a:rPr lang="en-US" noProof="0" smtClean="0"/>
              <a:t>4</a:t>
            </a:fld>
            <a:endParaRPr lang="en-US" noProof="0"/>
          </a:p>
        </p:txBody>
      </p:sp>
    </p:spTree>
    <p:extLst>
      <p:ext uri="{BB962C8B-B14F-4D97-AF65-F5344CB8AC3E}">
        <p14:creationId xmlns:p14="http://schemas.microsoft.com/office/powerpoint/2010/main" val="153217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8FF97-720A-B8E1-3E33-34B2BD364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F8445-1F87-F108-5BD5-B85971722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64A24-AF2E-AFF0-774B-B52C8D40DECB}"/>
              </a:ext>
            </a:extLst>
          </p:cNvPr>
          <p:cNvSpPr>
            <a:spLocks noGrp="1"/>
          </p:cNvSpPr>
          <p:nvPr>
            <p:ph type="body" idx="1"/>
          </p:nvPr>
        </p:nvSpPr>
        <p:spPr/>
        <p:txBody>
          <a:bodyPr/>
          <a:lstStyle/>
          <a:p>
            <a:r>
              <a:rPr lang="en-US" dirty="0"/>
              <a:t>The </a:t>
            </a:r>
            <a:r>
              <a:rPr lang="en-US" dirty="0" err="1"/>
              <a:t>StreamList</a:t>
            </a:r>
            <a:r>
              <a:rPr lang="en-US" dirty="0"/>
              <a:t> application will be developed using a modern web application architecture. The user interface will be built using the React framework, which allows the application to be structured as reusable components. Navigation between pages will be handled through React Router.</a:t>
            </a:r>
          </a:p>
          <a:p>
            <a:endParaRPr lang="en-US" dirty="0"/>
          </a:p>
          <a:p>
            <a:r>
              <a:rPr lang="en-US"/>
              <a:t>The backend services will be implemented using Node.js, and a database will be used to store user accounts, movie lists, and transaction information. Payment processing will follow secure industry standards to protect user data.</a:t>
            </a:r>
          </a:p>
          <a:p>
            <a:endParaRPr lang="en-US" dirty="0"/>
          </a:p>
          <a:p>
            <a:r>
              <a:rPr lang="en-US"/>
              <a:t>The project will follow an incremental development approach where features are implemented and tested step by step. This approach allows for better validation of functionality and ensures that the final system meets the requirements defined in the Software Requirements Specification.</a:t>
            </a:r>
          </a:p>
        </p:txBody>
      </p:sp>
      <p:sp>
        <p:nvSpPr>
          <p:cNvPr id="4" name="Slide Number Placeholder 3">
            <a:extLst>
              <a:ext uri="{FF2B5EF4-FFF2-40B4-BE49-F238E27FC236}">
                <a16:creationId xmlns:a16="http://schemas.microsoft.com/office/drawing/2014/main" id="{9E280701-3A48-B741-D93E-F68A9DA2EA94}"/>
              </a:ext>
            </a:extLst>
          </p:cNvPr>
          <p:cNvSpPr>
            <a:spLocks noGrp="1"/>
          </p:cNvSpPr>
          <p:nvPr>
            <p:ph type="sldNum" sz="quarter" idx="5"/>
          </p:nvPr>
        </p:nvSpPr>
        <p:spPr/>
        <p:txBody>
          <a:bodyPr/>
          <a:lstStyle/>
          <a:p>
            <a:fld id="{DECDE012-9E2E-4477-8B5C-4E7D4E9BCBA6}" type="slidenum">
              <a:rPr lang="en-US" noProof="0" smtClean="0"/>
              <a:t>5</a:t>
            </a:fld>
            <a:endParaRPr lang="en-US" noProof="0"/>
          </a:p>
        </p:txBody>
      </p:sp>
    </p:spTree>
    <p:extLst>
      <p:ext uri="{BB962C8B-B14F-4D97-AF65-F5344CB8AC3E}">
        <p14:creationId xmlns:p14="http://schemas.microsoft.com/office/powerpoint/2010/main" val="655486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8029-33F3-9414-AD10-00871D91AA5D}"/>
              </a:ext>
            </a:extLst>
          </p:cNvPr>
          <p:cNvSpPr>
            <a:spLocks noGrp="1"/>
          </p:cNvSpPr>
          <p:nvPr>
            <p:ph type="ctrTitle"/>
          </p:nvPr>
        </p:nvSpPr>
        <p:spPr>
          <a:xfrm>
            <a:off x="2267712" y="1408176"/>
            <a:ext cx="6400800" cy="2387600"/>
          </a:xfrm>
        </p:spPr>
        <p:txBody>
          <a:bodyPr anchor="t">
            <a:normAutofit/>
          </a:bodyPr>
          <a:lstStyle>
            <a:lvl1pPr algn="l">
              <a:lnSpc>
                <a:spcPct val="80000"/>
              </a:lnSpc>
              <a:defRPr sz="7200" cap="all" baseline="0">
                <a:solidFill>
                  <a:schemeClr val="bg1"/>
                </a:solidFill>
              </a:defRPr>
            </a:lvl1pPr>
          </a:lstStyle>
          <a:p>
            <a:r>
              <a:rPr lang="en-US" dirty="0"/>
              <a:t>Click to edit Master title style</a:t>
            </a:r>
            <a:endParaRPr lang="en-PK" dirty="0"/>
          </a:p>
        </p:txBody>
      </p:sp>
      <p:sp>
        <p:nvSpPr>
          <p:cNvPr id="3" name="Subtitle 2">
            <a:extLst>
              <a:ext uri="{FF2B5EF4-FFF2-40B4-BE49-F238E27FC236}">
                <a16:creationId xmlns:a16="http://schemas.microsoft.com/office/drawing/2014/main" id="{4F32B008-64B6-378D-9C5D-DCC8DFEBC69E}"/>
              </a:ext>
            </a:extLst>
          </p:cNvPr>
          <p:cNvSpPr>
            <a:spLocks noGrp="1"/>
          </p:cNvSpPr>
          <p:nvPr>
            <p:ph type="subTitle" idx="1"/>
          </p:nvPr>
        </p:nvSpPr>
        <p:spPr>
          <a:xfrm>
            <a:off x="3867912" y="5047488"/>
            <a:ext cx="5486400" cy="384048"/>
          </a:xfrm>
        </p:spPr>
        <p:txBody>
          <a:bodyPr/>
          <a:lstStyle>
            <a:lvl1pPr marL="0" indent="0" algn="l">
              <a:lnSpc>
                <a:spcPct val="80000"/>
              </a:lnSpc>
              <a:spcBef>
                <a:spcPts val="0"/>
              </a:spcBef>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grpSp>
        <p:nvGrpSpPr>
          <p:cNvPr id="7" name="Group 6">
            <a:extLst>
              <a:ext uri="{FF2B5EF4-FFF2-40B4-BE49-F238E27FC236}">
                <a16:creationId xmlns:a16="http://schemas.microsoft.com/office/drawing/2014/main" id="{15444BA9-47A2-8EBA-F11F-AF833CBC1FB6}"/>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F7C7E957-5A54-C6BB-DBCA-B0A579E99122}"/>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5792F5-3B57-83E5-2E85-1B67A64BF570}"/>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8063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5000"/>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2"/>
            <a:ext cx="7470648" cy="3296563"/>
          </a:xfrm>
        </p:spPr>
        <p:txBody>
          <a:bodyPr/>
          <a:lstStyle>
            <a:lvl1pPr marL="0" indent="0">
              <a:lnSpc>
                <a:spcPct val="100000"/>
              </a:lnSpc>
              <a:spcBef>
                <a:spcPts val="0"/>
              </a:spcBef>
              <a:spcAft>
                <a:spcPts val="1500"/>
              </a:spcAft>
              <a:buNone/>
              <a:defRPr sz="2200" b="1"/>
            </a:lvl1pPr>
            <a:lvl2pPr marL="0" indent="0">
              <a:lnSpc>
                <a:spcPct val="100000"/>
              </a:lnSpc>
              <a:spcBef>
                <a:spcPts val="0"/>
              </a:spcBef>
              <a:buNone/>
              <a:defRPr sz="1600" i="1"/>
            </a:lvl2pPr>
          </a:lstStyle>
          <a:p>
            <a:pPr lvl="0"/>
            <a:r>
              <a:rPr lang="en-US" dirty="0"/>
              <a:t>Click to edit Master text styles</a:t>
            </a:r>
          </a:p>
          <a:p>
            <a:pPr lvl="1"/>
            <a:r>
              <a:rPr lang="en-US" dirty="0"/>
              <a:t>Second level</a:t>
            </a:r>
          </a:p>
          <a:p>
            <a:pPr lvl="2"/>
            <a:endParaRPr lang="en-PK" dirty="0"/>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dirty="0"/>
              <a:t>Presentation title</a:t>
            </a:r>
            <a:endParaRPr lang="en-PK"/>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grpSp>
        <p:nvGrpSpPr>
          <p:cNvPr id="7" name="Group 6">
            <a:extLst>
              <a:ext uri="{FF2B5EF4-FFF2-40B4-BE49-F238E27FC236}">
                <a16:creationId xmlns:a16="http://schemas.microsoft.com/office/drawing/2014/main" id="{52789DD7-8E5F-BCF6-7A1E-0AC33BD880AC}"/>
              </a:ext>
            </a:extLst>
          </p:cNvPr>
          <p:cNvGrpSpPr/>
          <p:nvPr userDrawn="1"/>
        </p:nvGrpSpPr>
        <p:grpSpPr>
          <a:xfrm>
            <a:off x="2400300" y="2535841"/>
            <a:ext cx="9801127" cy="821"/>
            <a:chOff x="2286319" y="5546299"/>
            <a:chExt cx="9801127" cy="903"/>
          </a:xfrm>
        </p:grpSpPr>
        <p:cxnSp>
          <p:nvCxnSpPr>
            <p:cNvPr id="8" name="Straight Connector 7">
              <a:extLst>
                <a:ext uri="{FF2B5EF4-FFF2-40B4-BE49-F238E27FC236}">
                  <a16:creationId xmlns:a16="http://schemas.microsoft.com/office/drawing/2014/main" id="{D610F86C-F479-AC03-216E-DD60112AC854}"/>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02E8F6-3623-48C2-4F02-9472E2977FB8}"/>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826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9D39-DAD0-D550-D3C7-42F702A78C3A}"/>
              </a:ext>
            </a:extLst>
          </p:cNvPr>
          <p:cNvSpPr>
            <a:spLocks noGrp="1"/>
          </p:cNvSpPr>
          <p:nvPr>
            <p:ph type="title"/>
          </p:nvPr>
        </p:nvSpPr>
        <p:spPr>
          <a:xfrm>
            <a:off x="4056992" y="1709738"/>
            <a:ext cx="7290458" cy="2852737"/>
          </a:xfrm>
        </p:spPr>
        <p:txBody>
          <a:bodyPr anchor="b"/>
          <a:lstStyle>
            <a:lvl1pPr>
              <a:defRPr sz="6000">
                <a:solidFill>
                  <a:schemeClr val="bg1"/>
                </a:solidFill>
              </a:defRPr>
            </a:lvl1p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8E054DFA-4C17-2AA0-0E19-8D452B73AA20}"/>
              </a:ext>
            </a:extLst>
          </p:cNvPr>
          <p:cNvSpPr>
            <a:spLocks noGrp="1"/>
          </p:cNvSpPr>
          <p:nvPr>
            <p:ph type="body" idx="1"/>
          </p:nvPr>
        </p:nvSpPr>
        <p:spPr>
          <a:xfrm>
            <a:off x="4056992" y="4589463"/>
            <a:ext cx="729045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grpSp>
        <p:nvGrpSpPr>
          <p:cNvPr id="7" name="Group 6">
            <a:extLst>
              <a:ext uri="{FF2B5EF4-FFF2-40B4-BE49-F238E27FC236}">
                <a16:creationId xmlns:a16="http://schemas.microsoft.com/office/drawing/2014/main" id="{AF8D5DED-A875-4BFE-015E-C29679EC468C}"/>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4ED54A14-B37E-AA5D-2F7D-4530DEF3C347}"/>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11F7DB-0F8D-8E5A-0137-AD5E5B20C351}"/>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2719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lumn dark">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7" name="Straight Connector 6">
            <a:extLst>
              <a:ext uri="{FF2B5EF4-FFF2-40B4-BE49-F238E27FC236}">
                <a16:creationId xmlns:a16="http://schemas.microsoft.com/office/drawing/2014/main" id="{01882412-D2D4-9CF0-CD39-2EAE79B8A310}"/>
              </a:ext>
            </a:extLst>
          </p:cNvPr>
          <p:cNvCxnSpPr>
            <a:cxnSpLocks/>
          </p:cNvCxnSpPr>
          <p:nvPr userDrawn="1"/>
        </p:nvCxnSpPr>
        <p:spPr>
          <a:xfrm>
            <a:off x="4267200" y="2523744"/>
            <a:ext cx="7924800" cy="883"/>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229B6F2-011B-853F-5BA1-FA1722B6E1C8}"/>
              </a:ext>
            </a:extLst>
          </p:cNvPr>
          <p:cNvCxnSpPr>
            <a:cxnSpLocks/>
          </p:cNvCxnSpPr>
          <p:nvPr userDrawn="1"/>
        </p:nvCxnSpPr>
        <p:spPr>
          <a:xfrm>
            <a:off x="723384" y="2523744"/>
            <a:ext cx="3543816"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bg1"/>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8961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 light">
    <p:bg>
      <p:bgPr>
        <a:solidFill>
          <a:schemeClr val="accent6"/>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3" name="Group 12">
            <a:extLst>
              <a:ext uri="{FF2B5EF4-FFF2-40B4-BE49-F238E27FC236}">
                <a16:creationId xmlns:a16="http://schemas.microsoft.com/office/drawing/2014/main" id="{4ED40495-D9DB-AA87-4474-68DA5D8CA88C}"/>
              </a:ext>
            </a:extLst>
          </p:cNvPr>
          <p:cNvGrpSpPr/>
          <p:nvPr userDrawn="1"/>
        </p:nvGrpSpPr>
        <p:grpSpPr>
          <a:xfrm rot="10800000">
            <a:off x="726958" y="2521655"/>
            <a:ext cx="11480808" cy="1"/>
            <a:chOff x="2077471" y="5539116"/>
            <a:chExt cx="11480808" cy="1"/>
          </a:xfrm>
        </p:grpSpPr>
        <p:cxnSp>
          <p:nvCxnSpPr>
            <p:cNvPr id="16" name="Straight Connector 15">
              <a:extLst>
                <a:ext uri="{FF2B5EF4-FFF2-40B4-BE49-F238E27FC236}">
                  <a16:creationId xmlns:a16="http://schemas.microsoft.com/office/drawing/2014/main" id="{A15A6649-BE77-6F3F-DF74-0045E0AC6025}"/>
                </a:ext>
              </a:extLst>
            </p:cNvPr>
            <p:cNvCxnSpPr>
              <a:cxnSpLocks/>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EF33DD1-C51F-9BE1-2F97-D4025B3E653D}"/>
                </a:ext>
              </a:extLst>
            </p:cNvPr>
            <p:cNvCxnSpPr>
              <a:cxnSpLocks/>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8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dark band">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966E69F-7113-AC99-F7E1-A44B7D64DEF3}"/>
              </a:ext>
            </a:extLst>
          </p:cNvPr>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lvl1pPr>
              <a:defRPr>
                <a:solidFill>
                  <a:schemeClr val="accent5"/>
                </a:solidFill>
              </a:defRPr>
            </a:lvl1p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accent5"/>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accent5"/>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348386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9" name="Group 18">
            <a:extLst>
              <a:ext uri="{FF2B5EF4-FFF2-40B4-BE49-F238E27FC236}">
                <a16:creationId xmlns:a16="http://schemas.microsoft.com/office/drawing/2014/main" id="{FF8CCEDA-D691-A48A-BAAF-D004EBE38E55}"/>
              </a:ext>
            </a:extLst>
          </p:cNvPr>
          <p:cNvGrpSpPr/>
          <p:nvPr userDrawn="1"/>
        </p:nvGrpSpPr>
        <p:grpSpPr>
          <a:xfrm rot="16200000" flipV="1">
            <a:off x="8764091" y="3943349"/>
            <a:ext cx="5829301" cy="0"/>
            <a:chOff x="2287349" y="55407920"/>
            <a:chExt cx="11160369" cy="0"/>
          </a:xfrm>
        </p:grpSpPr>
        <p:cxnSp>
          <p:nvCxnSpPr>
            <p:cNvPr id="20" name="Straight Connector 19">
              <a:extLst>
                <a:ext uri="{FF2B5EF4-FFF2-40B4-BE49-F238E27FC236}">
                  <a16:creationId xmlns:a16="http://schemas.microsoft.com/office/drawing/2014/main" id="{5605A0EB-A31A-D2D4-5671-D1F763493E1F}"/>
                </a:ext>
              </a:extLst>
            </p:cNvPr>
            <p:cNvCxnSpPr>
              <a:cxnSpLocks/>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FEFE03D-E00E-B4FD-6765-44E55D5FA212}"/>
                </a:ext>
              </a:extLst>
            </p:cNvPr>
            <p:cNvCxnSpPr>
              <a:cxnSpLocks/>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28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on the left">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F5A1967-7F8F-319E-2E67-BD9E4F074B05}"/>
              </a:ext>
            </a:extLst>
          </p:cNvPr>
          <p:cNvSpPr/>
          <p:nvPr userDrawn="1"/>
        </p:nvSpPr>
        <p:spPr>
          <a:xfrm>
            <a:off x="8115301" y="0"/>
            <a:ext cx="40766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solidFill>
                <a:schemeClr val="bg2"/>
              </a:solidFill>
            </a:endParaRPr>
          </a:p>
        </p:txBody>
      </p:sp>
      <p:grpSp>
        <p:nvGrpSpPr>
          <p:cNvPr id="19" name="Group 18">
            <a:extLst>
              <a:ext uri="{FF2B5EF4-FFF2-40B4-BE49-F238E27FC236}">
                <a16:creationId xmlns:a16="http://schemas.microsoft.com/office/drawing/2014/main" id="{52425424-7549-BE00-EA05-384DBD00F3B2}"/>
              </a:ext>
            </a:extLst>
          </p:cNvPr>
          <p:cNvGrpSpPr/>
          <p:nvPr userDrawn="1"/>
        </p:nvGrpSpPr>
        <p:grpSpPr>
          <a:xfrm>
            <a:off x="6317679" y="4564864"/>
            <a:ext cx="5858373" cy="385"/>
            <a:chOff x="5440605" y="5540787"/>
            <a:chExt cx="5858373" cy="385"/>
          </a:xfrm>
        </p:grpSpPr>
        <p:cxnSp>
          <p:nvCxnSpPr>
            <p:cNvPr id="20" name="Straight Connector 19">
              <a:extLst>
                <a:ext uri="{FF2B5EF4-FFF2-40B4-BE49-F238E27FC236}">
                  <a16:creationId xmlns:a16="http://schemas.microsoft.com/office/drawing/2014/main" id="{4D88329B-DC1A-F93F-7A3A-84FDE2989BB6}"/>
                </a:ext>
              </a:extLst>
            </p:cNvPr>
            <p:cNvCxnSpPr>
              <a:cxnSpLocks/>
            </p:cNvCxnSpPr>
            <p:nvPr/>
          </p:nvCxnSpPr>
          <p:spPr>
            <a:xfrm>
              <a:off x="5440605" y="5541172"/>
              <a:ext cx="179762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690B71-E252-7020-6DC7-F643767B2B78}"/>
                </a:ext>
              </a:extLst>
            </p:cNvPr>
            <p:cNvCxnSpPr>
              <a:cxnSpLocks/>
            </p:cNvCxnSpPr>
            <p:nvPr/>
          </p:nvCxnSpPr>
          <p:spPr>
            <a:xfrm>
              <a:off x="7237724" y="5540787"/>
              <a:ext cx="406125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217920" y="2514600"/>
            <a:ext cx="4846320" cy="1682749"/>
          </a:xfrm>
        </p:spPr>
        <p:txBody>
          <a:bodyPr/>
          <a:lstStyle>
            <a:lvl1pPr>
              <a:lnSpc>
                <a:spcPct val="10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30936"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30936" y="358444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365760" y="4123944"/>
            <a:ext cx="4754880" cy="941831"/>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22" name="Text Placeholder 10">
            <a:extLst>
              <a:ext uri="{FF2B5EF4-FFF2-40B4-BE49-F238E27FC236}">
                <a16:creationId xmlns:a16="http://schemas.microsoft.com/office/drawing/2014/main" id="{93287C28-1CA8-AEA5-1E16-BC0B1E99CD24}"/>
              </a:ext>
            </a:extLst>
          </p:cNvPr>
          <p:cNvSpPr>
            <a:spLocks noGrp="1"/>
          </p:cNvSpPr>
          <p:nvPr>
            <p:ph type="body" sz="quarter" idx="17"/>
          </p:nvPr>
        </p:nvSpPr>
        <p:spPr>
          <a:xfrm>
            <a:off x="630936" y="5065776"/>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3" name="Text Placeholder 13">
            <a:extLst>
              <a:ext uri="{FF2B5EF4-FFF2-40B4-BE49-F238E27FC236}">
                <a16:creationId xmlns:a16="http://schemas.microsoft.com/office/drawing/2014/main" id="{19920C32-5167-72B1-7B9E-709723F907CE}"/>
              </a:ext>
            </a:extLst>
          </p:cNvPr>
          <p:cNvSpPr>
            <a:spLocks noGrp="1"/>
          </p:cNvSpPr>
          <p:nvPr>
            <p:ph type="body" sz="quarter" idx="18"/>
          </p:nvPr>
        </p:nvSpPr>
        <p:spPr>
          <a:xfrm>
            <a:off x="365760" y="5605272"/>
            <a:ext cx="4754880" cy="1143254"/>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377598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on the right">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F7D9D8-A960-E038-84D2-764C7A50F698}"/>
              </a:ext>
            </a:extLst>
          </p:cNvPr>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8932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89320" y="394106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40DF3371-342F-C17D-5A7F-EF76E89A55C5}"/>
              </a:ext>
            </a:extLst>
          </p:cNvPr>
          <p:cNvGrpSpPr/>
          <p:nvPr userDrawn="1"/>
        </p:nvGrpSpPr>
        <p:grpSpPr>
          <a:xfrm>
            <a:off x="-11882" y="3045007"/>
            <a:ext cx="4279082" cy="364"/>
            <a:chOff x="5475479" y="5537794"/>
            <a:chExt cx="4279082" cy="364"/>
          </a:xfrm>
        </p:grpSpPr>
        <p:cxnSp>
          <p:nvCxnSpPr>
            <p:cNvPr id="24" name="Straight Connector 23">
              <a:extLst>
                <a:ext uri="{FF2B5EF4-FFF2-40B4-BE49-F238E27FC236}">
                  <a16:creationId xmlns:a16="http://schemas.microsoft.com/office/drawing/2014/main" id="{84369914-5489-3EA1-5419-F83F6C7A150D}"/>
                </a:ext>
              </a:extLst>
            </p:cNvPr>
            <p:cNvCxnSpPr>
              <a:cxnSpLocks/>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BDE23CC-0B75-F3A6-1882-265BF90D4AA1}"/>
                </a:ext>
              </a:extLst>
            </p:cNvPr>
            <p:cNvCxnSpPr>
              <a:cxnSpLocks/>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09772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on the right dark">
    <p:bg>
      <p:bgPr>
        <a:solidFill>
          <a:schemeClr val="accent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749AEB6-4539-A203-D085-8EBE329C08E0}"/>
              </a:ext>
            </a:extLst>
          </p:cNvPr>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2"/>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bg1"/>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accent4"/>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35331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71032" y="179222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71032" y="394106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0D78A0CF-0A37-4436-67C4-B32FD7703E96}"/>
              </a:ext>
            </a:extLst>
          </p:cNvPr>
          <p:cNvGrpSpPr/>
          <p:nvPr userDrawn="1"/>
        </p:nvGrpSpPr>
        <p:grpSpPr>
          <a:xfrm>
            <a:off x="-28308" y="2514621"/>
            <a:ext cx="5666632" cy="0"/>
            <a:chOff x="5464255" y="5541151"/>
            <a:chExt cx="5666632" cy="0"/>
          </a:xfrm>
        </p:grpSpPr>
        <p:cxnSp>
          <p:nvCxnSpPr>
            <p:cNvPr id="24" name="Straight Connector 23">
              <a:extLst>
                <a:ext uri="{FF2B5EF4-FFF2-40B4-BE49-F238E27FC236}">
                  <a16:creationId xmlns:a16="http://schemas.microsoft.com/office/drawing/2014/main" id="{8FC6D8A4-CA31-16C2-95B7-B98F65F29A69}"/>
                </a:ext>
              </a:extLst>
            </p:cNvPr>
            <p:cNvCxnSpPr>
              <a:cxnSpLocks/>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2097A8D-64FC-CDBD-4497-5E32BC6AF9C2}"/>
                </a:ext>
              </a:extLst>
            </p:cNvPr>
            <p:cNvCxnSpPr>
              <a:cxnSpLocks/>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193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2295144" y="1463040"/>
            <a:ext cx="7498080" cy="704088"/>
          </a:xfrm>
        </p:spPr>
        <p:txBody>
          <a:bodyPr/>
          <a:lstStyle>
            <a:lvl1pPr>
              <a:defRPr sz="5000"/>
            </a:lvl1pPr>
          </a:lstStyle>
          <a:p>
            <a:r>
              <a:rPr lang="en-US" noProof="0"/>
              <a:t>Click to edit Master title style</a:t>
            </a:r>
          </a:p>
        </p:txBody>
      </p:sp>
      <p:grpSp>
        <p:nvGrpSpPr>
          <p:cNvPr id="9" name="Group 8">
            <a:extLst>
              <a:ext uri="{FF2B5EF4-FFF2-40B4-BE49-F238E27FC236}">
                <a16:creationId xmlns:a16="http://schemas.microsoft.com/office/drawing/2014/main" id="{52784B99-8374-AA22-4161-578F9BF77E2B}"/>
              </a:ext>
            </a:extLst>
          </p:cNvPr>
          <p:cNvGrpSpPr/>
          <p:nvPr userDrawn="1"/>
        </p:nvGrpSpPr>
        <p:grpSpPr>
          <a:xfrm>
            <a:off x="2400300" y="2535841"/>
            <a:ext cx="9801127" cy="821"/>
            <a:chOff x="2286319" y="5546299"/>
            <a:chExt cx="9801127" cy="903"/>
          </a:xfrm>
        </p:grpSpPr>
        <p:cxnSp>
          <p:nvCxnSpPr>
            <p:cNvPr id="10" name="Straight Connector 9">
              <a:extLst>
                <a:ext uri="{FF2B5EF4-FFF2-40B4-BE49-F238E27FC236}">
                  <a16:creationId xmlns:a16="http://schemas.microsoft.com/office/drawing/2014/main" id="{F0F45B19-145D-7398-7A64-A88B28251AAD}"/>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29EB3C-D7BA-1FCE-3158-8F1116C6F5BE}"/>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2322576"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2322576" y="444398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2020824" y="3401568"/>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2020824" y="4901184"/>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78902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603504" y="1463040"/>
            <a:ext cx="10871708" cy="704088"/>
          </a:xfrm>
        </p:spPr>
        <p:txBody>
          <a:bodyPr/>
          <a:lstStyle>
            <a:lvl1pPr>
              <a:defRPr sz="5000"/>
            </a:lvl1pPr>
          </a:lstStyle>
          <a:p>
            <a:r>
              <a:rPr lang="en-US" dirty="0"/>
              <a:t>Click to edit Master title style</a:t>
            </a:r>
            <a:endParaRPr lang="en-PK" dirty="0"/>
          </a:p>
        </p:txBody>
      </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649224"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433425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365760"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4005072"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16" name="Group 15">
            <a:extLst>
              <a:ext uri="{FF2B5EF4-FFF2-40B4-BE49-F238E27FC236}">
                <a16:creationId xmlns:a16="http://schemas.microsoft.com/office/drawing/2014/main" id="{B8221A12-8B19-605A-2244-2D732269C955}"/>
              </a:ext>
            </a:extLst>
          </p:cNvPr>
          <p:cNvGrpSpPr/>
          <p:nvPr userDrawn="1"/>
        </p:nvGrpSpPr>
        <p:grpSpPr>
          <a:xfrm>
            <a:off x="716788" y="2527173"/>
            <a:ext cx="10758424" cy="1564"/>
            <a:chOff x="2792270" y="5541172"/>
            <a:chExt cx="11391900" cy="158"/>
          </a:xfrm>
        </p:grpSpPr>
        <p:cxnSp>
          <p:nvCxnSpPr>
            <p:cNvPr id="17" name="Straight Connector 16">
              <a:extLst>
                <a:ext uri="{FF2B5EF4-FFF2-40B4-BE49-F238E27FC236}">
                  <a16:creationId xmlns:a16="http://schemas.microsoft.com/office/drawing/2014/main" id="{A86C500B-5A93-298F-7CEF-ED445452E460}"/>
                </a:ext>
              </a:extLst>
            </p:cNvPr>
            <p:cNvCxnSpPr>
              <a:cxnSpLocks/>
            </p:cNvCxnSpPr>
            <p:nvPr/>
          </p:nvCxnSpPr>
          <p:spPr>
            <a:xfrm>
              <a:off x="2792270" y="5541172"/>
              <a:ext cx="676046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7A559BC-EF4A-29D4-CF56-6425516A5D91}"/>
                </a:ext>
              </a:extLst>
            </p:cNvPr>
            <p:cNvCxnSpPr>
              <a:cxnSpLocks/>
            </p:cNvCxnSpPr>
            <p:nvPr/>
          </p:nvCxnSpPr>
          <p:spPr>
            <a:xfrm>
              <a:off x="9552734" y="5541330"/>
              <a:ext cx="463143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9" name="Text Placeholder 10">
            <a:extLst>
              <a:ext uri="{FF2B5EF4-FFF2-40B4-BE49-F238E27FC236}">
                <a16:creationId xmlns:a16="http://schemas.microsoft.com/office/drawing/2014/main" id="{D2D34186-8505-57AE-F518-0C83BF1C06C9}"/>
              </a:ext>
            </a:extLst>
          </p:cNvPr>
          <p:cNvSpPr>
            <a:spLocks noGrp="1"/>
          </p:cNvSpPr>
          <p:nvPr>
            <p:ph type="body" sz="quarter" idx="17"/>
          </p:nvPr>
        </p:nvSpPr>
        <p:spPr>
          <a:xfrm>
            <a:off x="826617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20" name="Text Placeholder 13">
            <a:extLst>
              <a:ext uri="{FF2B5EF4-FFF2-40B4-BE49-F238E27FC236}">
                <a16:creationId xmlns:a16="http://schemas.microsoft.com/office/drawing/2014/main" id="{ABE767DA-9D93-94AD-D34D-2B8A51A76645}"/>
              </a:ext>
            </a:extLst>
          </p:cNvPr>
          <p:cNvSpPr>
            <a:spLocks noGrp="1"/>
          </p:cNvSpPr>
          <p:nvPr>
            <p:ph type="body" sz="quarter" idx="18"/>
          </p:nvPr>
        </p:nvSpPr>
        <p:spPr>
          <a:xfrm>
            <a:off x="7973568"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181475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6"/>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86B75-C16C-C033-D27D-FF84EFB71131}"/>
              </a:ext>
            </a:extLst>
          </p:cNvPr>
          <p:cNvSpPr/>
          <p:nvPr userDrawn="1"/>
        </p:nvSpPr>
        <p:spPr>
          <a:xfrm>
            <a:off x="0" y="0"/>
            <a:ext cx="10020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31443F-EAC2-06D1-A3D1-D73510EAF2A3}"/>
              </a:ext>
            </a:extLst>
          </p:cNvPr>
          <p:cNvSpPr>
            <a:spLocks noGrp="1"/>
          </p:cNvSpPr>
          <p:nvPr>
            <p:ph type="title"/>
          </p:nvPr>
        </p:nvSpPr>
        <p:spPr>
          <a:xfrm>
            <a:off x="2313432" y="1426464"/>
            <a:ext cx="6675120" cy="1702816"/>
          </a:xfrm>
        </p:spPr>
        <p:txBody>
          <a:bodyPr anchor="t"/>
          <a:lstStyle>
            <a:lvl1pPr>
              <a:lnSpc>
                <a:spcPct val="80000"/>
              </a:lnSpc>
              <a:defRPr sz="7200" cap="all" baseline="0">
                <a:solidFill>
                  <a:schemeClr val="bg1"/>
                </a:solidFill>
              </a:defRPr>
            </a:lvl1pPr>
          </a:lstStyle>
          <a:p>
            <a:r>
              <a:rPr lang="en-US" dirty="0"/>
              <a:t>Click to edit Master title style</a:t>
            </a:r>
          </a:p>
        </p:txBody>
      </p:sp>
      <p:grpSp>
        <p:nvGrpSpPr>
          <p:cNvPr id="7" name="Group 6">
            <a:extLst>
              <a:ext uri="{FF2B5EF4-FFF2-40B4-BE49-F238E27FC236}">
                <a16:creationId xmlns:a16="http://schemas.microsoft.com/office/drawing/2014/main" id="{D80535FC-1B0E-C4EB-FE55-190522219FEA}"/>
              </a:ext>
            </a:extLst>
          </p:cNvPr>
          <p:cNvGrpSpPr/>
          <p:nvPr userDrawn="1"/>
        </p:nvGrpSpPr>
        <p:grpSpPr>
          <a:xfrm>
            <a:off x="3979533" y="5799270"/>
            <a:ext cx="8212467" cy="0"/>
            <a:chOff x="3733800" y="5537385"/>
            <a:chExt cx="8212467" cy="0"/>
          </a:xfrm>
        </p:grpSpPr>
        <p:cxnSp>
          <p:nvCxnSpPr>
            <p:cNvPr id="8" name="Straight Connector 7">
              <a:extLst>
                <a:ext uri="{FF2B5EF4-FFF2-40B4-BE49-F238E27FC236}">
                  <a16:creationId xmlns:a16="http://schemas.microsoft.com/office/drawing/2014/main" id="{9CA6B206-18E0-06D2-958F-E859A1428A57}"/>
                </a:ext>
              </a:extLst>
            </p:cNvPr>
            <p:cNvCxnSpPr>
              <a:cxnSpLocks/>
            </p:cNvCxnSpPr>
            <p:nvPr/>
          </p:nvCxnSpPr>
          <p:spPr>
            <a:xfrm>
              <a:off x="3733800" y="5537385"/>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47EEA7-F856-F6C0-18DD-5D37FD51D45B}"/>
                </a:ext>
              </a:extLst>
            </p:cNvPr>
            <p:cNvCxnSpPr>
              <a:cxnSpLocks/>
            </p:cNvCxnSpPr>
            <p:nvPr/>
          </p:nvCxnSpPr>
          <p:spPr>
            <a:xfrm>
              <a:off x="9774567" y="5537385"/>
              <a:ext cx="217170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Text Placeholder 10">
            <a:extLst>
              <a:ext uri="{FF2B5EF4-FFF2-40B4-BE49-F238E27FC236}">
                <a16:creationId xmlns:a16="http://schemas.microsoft.com/office/drawing/2014/main" id="{A9C909AE-4D54-F197-103E-29E9C2597F56}"/>
              </a:ext>
            </a:extLst>
          </p:cNvPr>
          <p:cNvSpPr>
            <a:spLocks noGrp="1"/>
          </p:cNvSpPr>
          <p:nvPr>
            <p:ph type="body" sz="quarter" idx="10"/>
          </p:nvPr>
        </p:nvSpPr>
        <p:spPr>
          <a:xfrm>
            <a:off x="3877056" y="3383280"/>
            <a:ext cx="4754880" cy="2057400"/>
          </a:xfrm>
        </p:spPr>
        <p:txBody>
          <a:bodyPr/>
          <a:lstStyle>
            <a:lvl1pPr marL="0" indent="0">
              <a:lnSpc>
                <a:spcPct val="150000"/>
              </a:lnSpc>
              <a:spcBef>
                <a:spcPts val="0"/>
              </a:spcBef>
              <a:buNone/>
              <a:defRPr sz="2200" b="1">
                <a:solidFill>
                  <a:schemeClr val="bg1"/>
                </a:solidFill>
              </a:defRPr>
            </a:lvl1pPr>
            <a:lvl2pPr marL="0" indent="0">
              <a:lnSpc>
                <a:spcPct val="150000"/>
              </a:lnSpc>
              <a:spcBef>
                <a:spcPts val="0"/>
              </a:spcBef>
              <a:buNone/>
              <a:defRPr sz="2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525968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C28C00-D101-DFF8-7E0A-1AEBF0DBE72B}"/>
              </a:ext>
            </a:extLst>
          </p:cNvPr>
          <p:cNvSpPr>
            <a:spLocks noGrp="1"/>
          </p:cNvSpPr>
          <p:nvPr>
            <p:ph type="dt" sz="half" idx="10"/>
          </p:nvPr>
        </p:nvSpPr>
        <p:spPr/>
        <p:txBody>
          <a:bodyPr/>
          <a:lstStyle/>
          <a:p>
            <a:endParaRPr lang="en-US" noProof="0" dirty="0"/>
          </a:p>
        </p:txBody>
      </p:sp>
      <p:sp>
        <p:nvSpPr>
          <p:cNvPr id="4" name="Footer Placeholder 3">
            <a:extLst>
              <a:ext uri="{FF2B5EF4-FFF2-40B4-BE49-F238E27FC236}">
                <a16:creationId xmlns:a16="http://schemas.microsoft.com/office/drawing/2014/main" id="{D74C5F1F-F8B7-6C5F-6A7F-5F8F6128A1C8}"/>
              </a:ext>
            </a:extLst>
          </p:cNvPr>
          <p:cNvSpPr>
            <a:spLocks noGrp="1"/>
          </p:cNvSpPr>
          <p:nvPr>
            <p:ph type="ftr" sz="quarter" idx="11"/>
          </p:nvPr>
        </p:nvSpPr>
        <p:spPr/>
        <p:txBody>
          <a:bodyPr/>
          <a:lstStyle/>
          <a:p>
            <a:r>
              <a:rPr lang="en-US" dirty="0"/>
              <a:t>Presentation title</a:t>
            </a:r>
            <a:endParaRPr lang="en-PK"/>
          </a:p>
        </p:txBody>
      </p:sp>
      <p:sp>
        <p:nvSpPr>
          <p:cNvPr id="5" name="Slide Number Placeholder 4">
            <a:extLst>
              <a:ext uri="{FF2B5EF4-FFF2-40B4-BE49-F238E27FC236}">
                <a16:creationId xmlns:a16="http://schemas.microsoft.com/office/drawing/2014/main" id="{EFD9287E-E726-E0E6-2871-FE77159B5E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6" name="Title 5">
            <a:extLst>
              <a:ext uri="{FF2B5EF4-FFF2-40B4-BE49-F238E27FC236}">
                <a16:creationId xmlns:a16="http://schemas.microsoft.com/office/drawing/2014/main" id="{160592E8-155C-36FA-DA0A-52B23CE8AF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576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64B432-06C2-E932-E96F-67CECC2E9658}"/>
              </a:ext>
            </a:extLst>
          </p:cNvPr>
          <p:cNvSpPr>
            <a:spLocks noGrp="1"/>
          </p:cNvSpPr>
          <p:nvPr>
            <p:ph type="dt" sz="half" idx="10"/>
          </p:nvPr>
        </p:nvSpPr>
        <p:spPr/>
        <p:txBody>
          <a:bodyPr/>
          <a:lstStyle/>
          <a:p>
            <a:endParaRPr lang="en-US" noProof="0" dirty="0"/>
          </a:p>
        </p:txBody>
      </p:sp>
      <p:sp>
        <p:nvSpPr>
          <p:cNvPr id="3" name="Footer Placeholder 2">
            <a:extLst>
              <a:ext uri="{FF2B5EF4-FFF2-40B4-BE49-F238E27FC236}">
                <a16:creationId xmlns:a16="http://schemas.microsoft.com/office/drawing/2014/main" id="{7F1F3471-B7F6-01DB-D712-136C1626DFAE}"/>
              </a:ext>
            </a:extLst>
          </p:cNvPr>
          <p:cNvSpPr>
            <a:spLocks noGrp="1"/>
          </p:cNvSpPr>
          <p:nvPr>
            <p:ph type="ftr" sz="quarter" idx="11"/>
          </p:nvPr>
        </p:nvSpPr>
        <p:spPr/>
        <p:txBody>
          <a:bodyPr/>
          <a:lstStyle/>
          <a:p>
            <a:r>
              <a:rPr lang="en-US" dirty="0"/>
              <a:t>Presentation title</a:t>
            </a:r>
            <a:endParaRPr lang="en-PK"/>
          </a:p>
        </p:txBody>
      </p:sp>
      <p:sp>
        <p:nvSpPr>
          <p:cNvPr id="4" name="Slide Number Placeholder 3">
            <a:extLst>
              <a:ext uri="{FF2B5EF4-FFF2-40B4-BE49-F238E27FC236}">
                <a16:creationId xmlns:a16="http://schemas.microsoft.com/office/drawing/2014/main" id="{32C05956-4CA5-988F-7C93-317A88D1202C}"/>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185614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B670E-478C-D301-FCE5-E830024697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283B16CD-30BD-156F-11B4-9CF89A064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0E3C54B0-9878-1911-8DE9-EC464D202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493B1-79A4-1FA9-B462-853856DE870E}"/>
              </a:ext>
            </a:extLst>
          </p:cNvPr>
          <p:cNvSpPr>
            <a:spLocks noGrp="1"/>
          </p:cNvSpPr>
          <p:nvPr>
            <p:ph type="dt" sz="half" idx="10"/>
          </p:nvPr>
        </p:nvSpPr>
        <p:spPr/>
        <p:txBody>
          <a:bodyPr/>
          <a:lstStyle/>
          <a:p>
            <a:endParaRPr lang="en-US" noProof="0" dirty="0"/>
          </a:p>
        </p:txBody>
      </p:sp>
      <p:sp>
        <p:nvSpPr>
          <p:cNvPr id="6" name="Footer Placeholder 5">
            <a:extLst>
              <a:ext uri="{FF2B5EF4-FFF2-40B4-BE49-F238E27FC236}">
                <a16:creationId xmlns:a16="http://schemas.microsoft.com/office/drawing/2014/main" id="{A697EEE8-8F1E-8F14-E2ED-333A1FF24725}"/>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B9DFABEB-B6B7-2591-AE85-265A3F873192}"/>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2062309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2A6A-C17E-2616-3199-C8D78E7EE7E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Picture Placeholder 2">
            <a:extLst>
              <a:ext uri="{FF2B5EF4-FFF2-40B4-BE49-F238E27FC236}">
                <a16:creationId xmlns:a16="http://schemas.microsoft.com/office/drawing/2014/main" id="{37705714-E101-08DD-6A13-D561A3EC2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noProof="0"/>
          </a:p>
        </p:txBody>
      </p:sp>
      <p:sp>
        <p:nvSpPr>
          <p:cNvPr id="4" name="Text Placeholder 3">
            <a:extLst>
              <a:ext uri="{FF2B5EF4-FFF2-40B4-BE49-F238E27FC236}">
                <a16:creationId xmlns:a16="http://schemas.microsoft.com/office/drawing/2014/main" id="{B16ECB26-D659-5BC3-C669-1B45225D27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a:extLst>
              <a:ext uri="{FF2B5EF4-FFF2-40B4-BE49-F238E27FC236}">
                <a16:creationId xmlns:a16="http://schemas.microsoft.com/office/drawing/2014/main" id="{D4464F27-6C3B-1E36-B1DC-ECB72DCF22AC}"/>
              </a:ext>
            </a:extLst>
          </p:cNvPr>
          <p:cNvSpPr>
            <a:spLocks noGrp="1"/>
          </p:cNvSpPr>
          <p:nvPr>
            <p:ph type="dt" sz="half" idx="10"/>
          </p:nvPr>
        </p:nvSpPr>
        <p:spPr/>
        <p:txBody>
          <a:bodyPr/>
          <a:lstStyle/>
          <a:p>
            <a:endParaRPr lang="en-US" noProof="0"/>
          </a:p>
        </p:txBody>
      </p:sp>
      <p:sp>
        <p:nvSpPr>
          <p:cNvPr id="6" name="Footer Placeholder 5">
            <a:extLst>
              <a:ext uri="{FF2B5EF4-FFF2-40B4-BE49-F238E27FC236}">
                <a16:creationId xmlns:a16="http://schemas.microsoft.com/office/drawing/2014/main" id="{1BC595AB-D292-D355-47CD-748C160B1BD3}"/>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CC1CEE5F-F44A-DD2C-EEC3-D4C76B69D15D}"/>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752938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6BC278-3A9A-4241-1DE5-469D2AB5E36B}"/>
              </a:ext>
            </a:extLst>
          </p:cNvPr>
          <p:cNvSpPr>
            <a:spLocks noGrp="1"/>
          </p:cNvSpPr>
          <p:nvPr>
            <p:ph type="title"/>
          </p:nvPr>
        </p:nvSpPr>
        <p:spPr>
          <a:xfrm>
            <a:off x="838200" y="1115367"/>
            <a:ext cx="10515600" cy="575321"/>
          </a:xfrm>
          <a:prstGeom prst="rect">
            <a:avLst/>
          </a:prstGeom>
        </p:spPr>
        <p:txBody>
          <a:bodyPr vert="horz" lIns="91440" tIns="45720" rIns="91440" bIns="45720" rtlCol="0" anchor="t">
            <a:no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38A5E58-5605-E2B6-AEBE-7EF159AAD7E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a:p>
        </p:txBody>
      </p:sp>
      <p:sp>
        <p:nvSpPr>
          <p:cNvPr id="4" name="Date Placeholder 3">
            <a:extLst>
              <a:ext uri="{FF2B5EF4-FFF2-40B4-BE49-F238E27FC236}">
                <a16:creationId xmlns:a16="http://schemas.microsoft.com/office/drawing/2014/main" id="{B221D507-72FD-CB53-B342-C69D562A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tx1">
                    <a:tint val="75000"/>
                  </a:schemeClr>
                </a:solidFill>
              </a:defRPr>
            </a:lvl1pPr>
          </a:lstStyle>
          <a:p>
            <a:endParaRPr lang="en-US" noProof="0"/>
          </a:p>
        </p:txBody>
      </p:sp>
      <p:sp>
        <p:nvSpPr>
          <p:cNvPr id="5" name="Footer Placeholder 4">
            <a:extLst>
              <a:ext uri="{FF2B5EF4-FFF2-40B4-BE49-F238E27FC236}">
                <a16:creationId xmlns:a16="http://schemas.microsoft.com/office/drawing/2014/main" id="{01A3E9A7-861F-C5C4-DD4E-37AC66D867ED}"/>
              </a:ext>
            </a:extLst>
          </p:cNvPr>
          <p:cNvSpPr>
            <a:spLocks noGrp="1"/>
          </p:cNvSpPr>
          <p:nvPr>
            <p:ph type="ftr" sz="quarter" idx="3"/>
          </p:nvPr>
        </p:nvSpPr>
        <p:spPr>
          <a:xfrm>
            <a:off x="411480" y="301752"/>
            <a:ext cx="1828800" cy="274320"/>
          </a:xfrm>
          <a:prstGeom prst="rect">
            <a:avLst/>
          </a:prstGeom>
        </p:spPr>
        <p:txBody>
          <a:bodyPr vert="horz" lIns="91440" tIns="45720" rIns="91440" bIns="45720" rtlCol="0" anchor="ctr">
            <a:noAutofit/>
          </a:bodyPr>
          <a:lstStyle>
            <a:lvl1pPr algn="l">
              <a:defRPr sz="1200">
                <a:solidFill>
                  <a:schemeClr val="tx2"/>
                </a:solidFill>
              </a:defRPr>
            </a:lvl1pPr>
          </a:lstStyle>
          <a:p>
            <a:r>
              <a:rPr lang="en-US" dirty="0"/>
              <a:t>Presentation title</a:t>
            </a:r>
            <a:endParaRPr lang="en-PK" dirty="0"/>
          </a:p>
        </p:txBody>
      </p:sp>
      <p:sp>
        <p:nvSpPr>
          <p:cNvPr id="6" name="Slide Number Placeholder 5">
            <a:extLst>
              <a:ext uri="{FF2B5EF4-FFF2-40B4-BE49-F238E27FC236}">
                <a16:creationId xmlns:a16="http://schemas.microsoft.com/office/drawing/2014/main" id="{5877A1DC-56B8-6C78-5020-E45478D099C6}"/>
              </a:ext>
            </a:extLst>
          </p:cNvPr>
          <p:cNvSpPr>
            <a:spLocks noGrp="1"/>
          </p:cNvSpPr>
          <p:nvPr>
            <p:ph type="sldNum" sz="quarter" idx="4"/>
          </p:nvPr>
        </p:nvSpPr>
        <p:spPr>
          <a:xfrm>
            <a:off x="10122408" y="301752"/>
            <a:ext cx="1673352" cy="274320"/>
          </a:xfrm>
          <a:prstGeom prst="rect">
            <a:avLst/>
          </a:prstGeom>
        </p:spPr>
        <p:txBody>
          <a:bodyPr vert="horz" lIns="91440" tIns="45720" rIns="91440" bIns="45720" rtlCol="0" anchor="ctr">
            <a:noAutofit/>
          </a:bodyPr>
          <a:lstStyle>
            <a:lvl1pPr algn="r">
              <a:defRPr sz="1200">
                <a:solidFill>
                  <a:schemeClr val="tx2"/>
                </a:solidFill>
              </a:defRPr>
            </a:lvl1pPr>
          </a:lstStyle>
          <a:p>
            <a:fld id="{5BFCF61C-3B18-4C03-8326-CC3B32D710C9}" type="slidenum">
              <a:rPr lang="en-US" noProof="0" smtClean="0"/>
              <a:pPr/>
              <a:t>‹#›</a:t>
            </a:fld>
            <a:endParaRPr lang="en-US" noProof="0"/>
          </a:p>
        </p:txBody>
      </p:sp>
    </p:spTree>
    <p:extLst>
      <p:ext uri="{BB962C8B-B14F-4D97-AF65-F5344CB8AC3E}">
        <p14:creationId xmlns:p14="http://schemas.microsoft.com/office/powerpoint/2010/main" val="135068052"/>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1" r:id="rId3"/>
    <p:sldLayoutId id="2147483660" r:id="rId4"/>
    <p:sldLayoutId id="2147483661" r:id="rId5"/>
    <p:sldLayoutId id="2147483665" r:id="rId6"/>
    <p:sldLayoutId id="2147483662" r:id="rId7"/>
    <p:sldLayoutId id="2147483664" r:id="rId8"/>
    <p:sldLayoutId id="2147483663" r:id="rId9"/>
    <p:sldLayoutId id="2147483652" r:id="rId10"/>
    <p:sldLayoutId id="2147483666" r:id="rId11"/>
    <p:sldLayoutId id="2147483658" r:id="rId12"/>
    <p:sldLayoutId id="2147483654" r:id="rId13"/>
    <p:sldLayoutId id="2147483655" r:id="rId14"/>
    <p:sldLayoutId id="2147483656" r:id="rId15"/>
    <p:sldLayoutId id="2147483657" r:id="rId16"/>
  </p:sldLayoutIdLst>
  <p:hf hdr="0" dt="0"/>
  <p:txStyles>
    <p:titleStyle>
      <a:lvl1pPr algn="l" defTabSz="914400" rtl="0" eaLnBrk="1" latinLnBrk="0" hangingPunct="1">
        <a:lnSpc>
          <a:spcPct val="80000"/>
        </a:lnSpc>
        <a:spcBef>
          <a:spcPct val="0"/>
        </a:spcBef>
        <a:buNone/>
        <a:defRPr sz="4400" kern="1200" cap="all"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04B07C7A-8E1D-7BF7-31C8-5C68C6D2F9CF}"/>
              </a:ext>
            </a:extLst>
          </p:cNvPr>
          <p:cNvSpPr>
            <a:spLocks noGrp="1"/>
          </p:cNvSpPr>
          <p:nvPr>
            <p:ph type="ctrTitle"/>
          </p:nvPr>
        </p:nvSpPr>
        <p:spPr>
          <a:xfrm>
            <a:off x="947961" y="1408176"/>
            <a:ext cx="10446468" cy="2387600"/>
          </a:xfrm>
        </p:spPr>
        <p:txBody>
          <a:bodyPr>
            <a:normAutofit/>
          </a:bodyPr>
          <a:lstStyle/>
          <a:p>
            <a:r>
              <a:rPr lang="en-US" sz="4000" dirty="0" err="1">
                <a:ea typeface="+mj-lt"/>
                <a:cs typeface="+mj-lt"/>
              </a:rPr>
              <a:t>StreamList</a:t>
            </a:r>
            <a:r>
              <a:rPr lang="en-US" sz="4000" dirty="0">
                <a:ea typeface="+mj-lt"/>
                <a:cs typeface="+mj-lt"/>
              </a:rPr>
              <a:t> Movie Management App</a:t>
            </a:r>
          </a:p>
          <a:p>
            <a:r>
              <a:rPr lang="en-US" sz="4000">
                <a:ea typeface="+mj-lt"/>
                <a:cs typeface="+mj-lt"/>
              </a:rPr>
              <a:t>INT499 Capstone</a:t>
            </a:r>
            <a:endParaRPr lang="en-US" sz="4000" dirty="0">
              <a:ea typeface="+mj-lt"/>
              <a:cs typeface="+mj-lt"/>
            </a:endParaRPr>
          </a:p>
          <a:p>
            <a:endParaRPr lang="en-US" sz="4400" dirty="0">
              <a:cs typeface="Arial"/>
            </a:endParaRPr>
          </a:p>
        </p:txBody>
      </p:sp>
      <p:sp>
        <p:nvSpPr>
          <p:cNvPr id="11" name="Subtitle 10">
            <a:extLst>
              <a:ext uri="{FF2B5EF4-FFF2-40B4-BE49-F238E27FC236}">
                <a16:creationId xmlns:a16="http://schemas.microsoft.com/office/drawing/2014/main" id="{EF3A7BFE-9123-98C4-791C-9A3FE773CF97}"/>
              </a:ext>
            </a:extLst>
          </p:cNvPr>
          <p:cNvSpPr>
            <a:spLocks noGrp="1"/>
          </p:cNvSpPr>
          <p:nvPr>
            <p:ph type="subTitle" idx="1"/>
          </p:nvPr>
        </p:nvSpPr>
        <p:spPr>
          <a:xfrm>
            <a:off x="3867912" y="4725406"/>
            <a:ext cx="5486400" cy="706130"/>
          </a:xfrm>
        </p:spPr>
        <p:txBody>
          <a:bodyPr vert="horz" lIns="91440" tIns="45720" rIns="91440" bIns="45720" rtlCol="0" anchor="t">
            <a:noAutofit/>
          </a:bodyPr>
          <a:lstStyle/>
          <a:p>
            <a:r>
              <a:rPr lang="en-US" dirty="0">
                <a:cs typeface="Arial"/>
              </a:rPr>
              <a:t>Joe </a:t>
            </a:r>
            <a:r>
              <a:rPr lang="en-US" dirty="0" err="1">
                <a:cs typeface="Arial"/>
              </a:rPr>
              <a:t>Engbert</a:t>
            </a:r>
            <a:br>
              <a:rPr lang="en-US" dirty="0"/>
            </a:br>
            <a:r>
              <a:rPr lang="en-US" dirty="0">
                <a:cs typeface="Arial"/>
              </a:rPr>
              <a:t>Eric Dillon</a:t>
            </a:r>
            <a:endParaRPr lang="en-US" dirty="0"/>
          </a:p>
        </p:txBody>
      </p:sp>
    </p:spTree>
    <p:extLst>
      <p:ext uri="{BB962C8B-B14F-4D97-AF65-F5344CB8AC3E}">
        <p14:creationId xmlns:p14="http://schemas.microsoft.com/office/powerpoint/2010/main" val="286310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103A-7E0F-A503-491C-874CA2A16BC0}"/>
              </a:ext>
            </a:extLst>
          </p:cNvPr>
          <p:cNvSpPr>
            <a:spLocks noGrp="1"/>
          </p:cNvSpPr>
          <p:nvPr>
            <p:ph type="title"/>
          </p:nvPr>
        </p:nvSpPr>
        <p:spPr/>
        <p:txBody>
          <a:bodyPr/>
          <a:lstStyle/>
          <a:p>
            <a:r>
              <a:rPr lang="en-US"/>
              <a:t>SUMMARY</a:t>
            </a:r>
          </a:p>
        </p:txBody>
      </p:sp>
      <p:sp>
        <p:nvSpPr>
          <p:cNvPr id="3" name="Footer Placeholder 2">
            <a:extLst>
              <a:ext uri="{FF2B5EF4-FFF2-40B4-BE49-F238E27FC236}">
                <a16:creationId xmlns:a16="http://schemas.microsoft.com/office/drawing/2014/main" id="{4E79730E-E638-275F-6C74-85FDCE30C43F}"/>
              </a:ext>
            </a:extLst>
          </p:cNvPr>
          <p:cNvSpPr>
            <a:spLocks noGrp="1"/>
          </p:cNvSpPr>
          <p:nvPr>
            <p:ph type="ftr" sz="quarter" idx="11"/>
          </p:nvPr>
        </p:nvSpPr>
        <p:spPr>
          <a:xfrm>
            <a:off x="411480" y="301752"/>
            <a:ext cx="2763624" cy="274320"/>
          </a:xfrm>
        </p:spPr>
        <p:txBody>
          <a:bodyPr/>
          <a:lstStyle/>
          <a:p>
            <a:r>
              <a:rPr lang="en-US">
                <a:ea typeface="+mn-lt"/>
                <a:cs typeface="+mn-lt"/>
              </a:rPr>
              <a:t>StreamList Movie Management App</a:t>
            </a:r>
            <a:endParaRPr lang="en-US"/>
          </a:p>
        </p:txBody>
      </p:sp>
      <p:sp>
        <p:nvSpPr>
          <p:cNvPr id="4" name="Slide Number Placeholder 3">
            <a:extLst>
              <a:ext uri="{FF2B5EF4-FFF2-40B4-BE49-F238E27FC236}">
                <a16:creationId xmlns:a16="http://schemas.microsoft.com/office/drawing/2014/main" id="{C0B85CC1-CC9E-26A5-C05A-E64ABEDD931D}"/>
              </a:ext>
            </a:extLst>
          </p:cNvPr>
          <p:cNvSpPr>
            <a:spLocks noGrp="1"/>
          </p:cNvSpPr>
          <p:nvPr>
            <p:ph type="sldNum" sz="quarter" idx="12"/>
          </p:nvPr>
        </p:nvSpPr>
        <p:spPr/>
        <p:txBody>
          <a:bodyPr/>
          <a:lstStyle/>
          <a:p>
            <a:fld id="{5BFCF61C-3B18-4C03-8326-CC3B32D710C9}" type="slidenum">
              <a:rPr lang="en-US" smtClean="0"/>
              <a:pPr/>
              <a:t>2</a:t>
            </a:fld>
            <a:endParaRPr lang="en-US"/>
          </a:p>
        </p:txBody>
      </p:sp>
      <p:sp>
        <p:nvSpPr>
          <p:cNvPr id="5" name="Content Placeholder 4">
            <a:extLst>
              <a:ext uri="{FF2B5EF4-FFF2-40B4-BE49-F238E27FC236}">
                <a16:creationId xmlns:a16="http://schemas.microsoft.com/office/drawing/2014/main" id="{DA7A49E4-DCE3-62DE-B6D1-539EBFFFE689}"/>
              </a:ext>
            </a:extLst>
          </p:cNvPr>
          <p:cNvSpPr>
            <a:spLocks noGrp="1"/>
          </p:cNvSpPr>
          <p:nvPr>
            <p:ph idx="1"/>
          </p:nvPr>
        </p:nvSpPr>
        <p:spPr/>
        <p:txBody>
          <a:bodyPr vert="horz" lIns="91440" tIns="45720" rIns="91440" bIns="45720" rtlCol="0" anchor="t">
            <a:noAutofit/>
          </a:bodyPr>
          <a:lstStyle/>
          <a:p>
            <a:r>
              <a:rPr lang="en-US" sz="2000"/>
              <a:t>Project Members</a:t>
            </a:r>
            <a:endParaRPr lang="en-US" sz="2000">
              <a:cs typeface="Arial"/>
            </a:endParaRPr>
          </a:p>
          <a:p>
            <a:pPr marL="342900" indent="-342900">
              <a:buChar char="•"/>
            </a:pPr>
            <a:r>
              <a:rPr lang="en-US" sz="2000">
                <a:cs typeface="Arial"/>
              </a:rPr>
              <a:t>Eric Dillon</a:t>
            </a:r>
            <a:endParaRPr lang="en-US" sz="2000" dirty="0">
              <a:cs typeface="Arial"/>
            </a:endParaRPr>
          </a:p>
          <a:p>
            <a:pPr marL="342900" indent="-342900">
              <a:buChar char="•"/>
            </a:pPr>
            <a:r>
              <a:rPr lang="en-US" sz="2000" dirty="0">
                <a:cs typeface="Arial"/>
              </a:rPr>
              <a:t>Joe </a:t>
            </a:r>
            <a:r>
              <a:rPr lang="en-US" sz="2000" dirty="0" err="1">
                <a:cs typeface="Arial"/>
              </a:rPr>
              <a:t>Engbert</a:t>
            </a:r>
            <a:endParaRPr lang="en-US" sz="2000" dirty="0">
              <a:cs typeface="Arial"/>
            </a:endParaRPr>
          </a:p>
          <a:p>
            <a:r>
              <a:rPr lang="en-US" sz="2000">
                <a:cs typeface="Arial"/>
              </a:rPr>
              <a:t>Content</a:t>
            </a:r>
            <a:endParaRPr lang="en-US" sz="2000" dirty="0">
              <a:cs typeface="Arial"/>
            </a:endParaRPr>
          </a:p>
          <a:p>
            <a:pPr marL="342900" indent="-342900">
              <a:buChar char="•"/>
            </a:pPr>
            <a:r>
              <a:rPr lang="en-US" sz="2000">
                <a:cs typeface="Arial"/>
              </a:rPr>
              <a:t>Project Gantt Chart</a:t>
            </a:r>
            <a:endParaRPr lang="en-US" sz="2000" dirty="0">
              <a:cs typeface="Arial"/>
            </a:endParaRPr>
          </a:p>
          <a:p>
            <a:pPr marL="342900" indent="-342900">
              <a:buChar char="•"/>
            </a:pPr>
            <a:r>
              <a:rPr lang="en-US" sz="2000">
                <a:cs typeface="Arial"/>
              </a:rPr>
              <a:t>User Interface Wireframe</a:t>
            </a:r>
            <a:endParaRPr lang="en-US" sz="2000" dirty="0">
              <a:cs typeface="Arial"/>
            </a:endParaRPr>
          </a:p>
          <a:p>
            <a:pPr marL="342900" indent="-342900">
              <a:buChar char="•"/>
            </a:pPr>
            <a:r>
              <a:rPr lang="en-US" sz="2000">
                <a:cs typeface="Arial"/>
              </a:rPr>
              <a:t>Development Planning</a:t>
            </a:r>
            <a:endParaRPr lang="en-US" sz="2000" dirty="0">
              <a:cs typeface="Arial"/>
            </a:endParaRPr>
          </a:p>
          <a:p>
            <a:endParaRPr lang="en-US" dirty="0">
              <a:cs typeface="Arial"/>
            </a:endParaRPr>
          </a:p>
          <a:p>
            <a:endParaRPr lang="en-US" dirty="0">
              <a:cs typeface="Arial"/>
            </a:endParaRPr>
          </a:p>
        </p:txBody>
      </p:sp>
    </p:spTree>
    <p:extLst>
      <p:ext uri="{BB962C8B-B14F-4D97-AF65-F5344CB8AC3E}">
        <p14:creationId xmlns:p14="http://schemas.microsoft.com/office/powerpoint/2010/main" val="3551793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DE3D-CB39-03D2-545F-5283024761BD}"/>
              </a:ext>
            </a:extLst>
          </p:cNvPr>
          <p:cNvSpPr>
            <a:spLocks noGrp="1"/>
          </p:cNvSpPr>
          <p:nvPr>
            <p:ph type="title"/>
          </p:nvPr>
        </p:nvSpPr>
        <p:spPr/>
        <p:txBody>
          <a:bodyPr/>
          <a:lstStyle/>
          <a:p>
            <a:r>
              <a:rPr lang="en-US" sz="4400">
                <a:ea typeface="+mj-lt"/>
                <a:cs typeface="+mj-lt"/>
              </a:rPr>
              <a:t>Gantt Chart (Project Planning)</a:t>
            </a:r>
            <a:endParaRPr lang="en-US" sz="4400"/>
          </a:p>
        </p:txBody>
      </p:sp>
      <p:sp>
        <p:nvSpPr>
          <p:cNvPr id="12" name="Footer Placeholder 11">
            <a:extLst>
              <a:ext uri="{FF2B5EF4-FFF2-40B4-BE49-F238E27FC236}">
                <a16:creationId xmlns:a16="http://schemas.microsoft.com/office/drawing/2014/main" id="{119D6C7A-A7F7-E063-9A09-611D1FB1DBE6}"/>
              </a:ext>
            </a:extLst>
          </p:cNvPr>
          <p:cNvSpPr>
            <a:spLocks noGrp="1"/>
          </p:cNvSpPr>
          <p:nvPr>
            <p:ph type="ftr" sz="quarter" idx="11"/>
          </p:nvPr>
        </p:nvSpPr>
        <p:spPr>
          <a:xfrm>
            <a:off x="362634" y="184522"/>
            <a:ext cx="2688492" cy="391550"/>
          </a:xfrm>
        </p:spPr>
        <p:txBody>
          <a:bodyPr/>
          <a:lstStyle/>
          <a:p>
            <a:r>
              <a:rPr lang="en-US"/>
              <a:t>StreamList Movie Management App</a:t>
            </a:r>
          </a:p>
        </p:txBody>
      </p:sp>
      <p:sp>
        <p:nvSpPr>
          <p:cNvPr id="5" name="Text Placeholder 4">
            <a:extLst>
              <a:ext uri="{FF2B5EF4-FFF2-40B4-BE49-F238E27FC236}">
                <a16:creationId xmlns:a16="http://schemas.microsoft.com/office/drawing/2014/main" id="{51683C73-2637-AC0E-5A6B-47B6C6CB9E2A}"/>
              </a:ext>
            </a:extLst>
          </p:cNvPr>
          <p:cNvSpPr>
            <a:spLocks noGrp="1"/>
          </p:cNvSpPr>
          <p:nvPr>
            <p:ph type="body" sz="quarter" idx="15"/>
          </p:nvPr>
        </p:nvSpPr>
        <p:spPr>
          <a:xfrm>
            <a:off x="268068" y="2932644"/>
            <a:ext cx="4754880" cy="2630366"/>
          </a:xfrm>
        </p:spPr>
        <p:txBody>
          <a:bodyPr vert="horz" lIns="91440" tIns="45720" rIns="91440" bIns="45720" rtlCol="0" anchor="t">
            <a:noAutofit/>
          </a:bodyPr>
          <a:lstStyle/>
          <a:p>
            <a:pPr marL="283210" indent="-283210"/>
            <a:r>
              <a:rPr lang="en-US">
                <a:ea typeface="+mn-lt"/>
                <a:cs typeface="+mn-lt"/>
              </a:rPr>
              <a:t>Tasks derived from SRS functional requirements</a:t>
            </a:r>
            <a:endParaRPr lang="en-US"/>
          </a:p>
          <a:p>
            <a:pPr marL="283210" indent="-283210"/>
            <a:r>
              <a:rPr lang="en-US">
                <a:ea typeface="+mn-lt"/>
                <a:cs typeface="+mn-lt"/>
              </a:rPr>
              <a:t>Sequential and dependent task structure</a:t>
            </a:r>
          </a:p>
          <a:p>
            <a:pPr marL="283210" indent="-283210"/>
            <a:r>
              <a:rPr lang="en-US">
                <a:ea typeface="+mn-lt"/>
                <a:cs typeface="+mn-lt"/>
              </a:rPr>
              <a:t>Parallel development where possible</a:t>
            </a:r>
          </a:p>
          <a:p>
            <a:pPr marL="283210" indent="-283210"/>
            <a:r>
              <a:rPr lang="en-US">
                <a:ea typeface="+mn-lt"/>
                <a:cs typeface="+mn-lt"/>
              </a:rPr>
              <a:t>Timeline from project start to April 20 completion</a:t>
            </a:r>
          </a:p>
          <a:p>
            <a:pPr marL="283210" indent="-283210"/>
            <a:r>
              <a:rPr lang="en-US">
                <a:ea typeface="+mn-lt"/>
                <a:cs typeface="+mn-lt"/>
              </a:rPr>
              <a:t>Milestones for major deliverables</a:t>
            </a:r>
            <a:endParaRPr lang="en-US" dirty="0">
              <a:ea typeface="+mn-lt"/>
              <a:cs typeface="+mn-lt"/>
            </a:endParaRPr>
          </a:p>
        </p:txBody>
      </p:sp>
      <p:sp>
        <p:nvSpPr>
          <p:cNvPr id="13" name="Slide Number Placeholder 12">
            <a:extLst>
              <a:ext uri="{FF2B5EF4-FFF2-40B4-BE49-F238E27FC236}">
                <a16:creationId xmlns:a16="http://schemas.microsoft.com/office/drawing/2014/main" id="{941D71DF-7225-6C66-9D2B-FAACEFF20849}"/>
              </a:ext>
            </a:extLst>
          </p:cNvPr>
          <p:cNvSpPr>
            <a:spLocks noGrp="1"/>
          </p:cNvSpPr>
          <p:nvPr>
            <p:ph type="sldNum" sz="quarter" idx="12"/>
          </p:nvPr>
        </p:nvSpPr>
        <p:spPr/>
        <p:txBody>
          <a:bodyPr/>
          <a:lstStyle/>
          <a:p>
            <a:fld id="{5BFCF61C-3B18-4C03-8326-CC3B32D710C9}" type="slidenum">
              <a:rPr lang="en-US" smtClean="0"/>
              <a:pPr/>
              <a:t>3</a:t>
            </a:fld>
            <a:endParaRPr lang="en-US"/>
          </a:p>
        </p:txBody>
      </p:sp>
      <p:pic>
        <p:nvPicPr>
          <p:cNvPr id="7" name="Picture 6" descr="A screenshot of a computer&#10;&#10;AI-generated content may be incorrect.">
            <a:extLst>
              <a:ext uri="{FF2B5EF4-FFF2-40B4-BE49-F238E27FC236}">
                <a16:creationId xmlns:a16="http://schemas.microsoft.com/office/drawing/2014/main" id="{5B4F74E9-CB3B-3DD8-8455-659499704891}"/>
              </a:ext>
            </a:extLst>
          </p:cNvPr>
          <p:cNvPicPr>
            <a:picLocks noChangeAspect="1"/>
          </p:cNvPicPr>
          <p:nvPr/>
        </p:nvPicPr>
        <p:blipFill>
          <a:blip r:embed="rId3"/>
          <a:stretch>
            <a:fillRect/>
          </a:stretch>
        </p:blipFill>
        <p:spPr>
          <a:xfrm>
            <a:off x="5119076" y="2774375"/>
            <a:ext cx="6965462" cy="2940708"/>
          </a:xfrm>
          <a:prstGeom prst="rect">
            <a:avLst/>
          </a:prstGeom>
        </p:spPr>
      </p:pic>
    </p:spTree>
    <p:extLst>
      <p:ext uri="{BB962C8B-B14F-4D97-AF65-F5344CB8AC3E}">
        <p14:creationId xmlns:p14="http://schemas.microsoft.com/office/powerpoint/2010/main" val="3979194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9E8BE-ED93-D5F3-EC5D-98109E1EA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28A385-254C-32B5-A40D-E7AA64ECAEF2}"/>
              </a:ext>
            </a:extLst>
          </p:cNvPr>
          <p:cNvSpPr>
            <a:spLocks noGrp="1"/>
          </p:cNvSpPr>
          <p:nvPr>
            <p:ph type="title"/>
          </p:nvPr>
        </p:nvSpPr>
        <p:spPr/>
        <p:txBody>
          <a:bodyPr/>
          <a:lstStyle/>
          <a:p>
            <a:r>
              <a:rPr lang="en-US" sz="4400">
                <a:cs typeface="Arial"/>
              </a:rPr>
              <a:t>Wireframe Design</a:t>
            </a:r>
            <a:endParaRPr lang="en-US" sz="4400" dirty="0">
              <a:cs typeface="Arial"/>
            </a:endParaRPr>
          </a:p>
        </p:txBody>
      </p:sp>
      <p:sp>
        <p:nvSpPr>
          <p:cNvPr id="12" name="Footer Placeholder 11">
            <a:extLst>
              <a:ext uri="{FF2B5EF4-FFF2-40B4-BE49-F238E27FC236}">
                <a16:creationId xmlns:a16="http://schemas.microsoft.com/office/drawing/2014/main" id="{8129E4BC-C0BC-A501-1DD7-EDFA2E359073}"/>
              </a:ext>
            </a:extLst>
          </p:cNvPr>
          <p:cNvSpPr>
            <a:spLocks noGrp="1"/>
          </p:cNvSpPr>
          <p:nvPr>
            <p:ph type="ftr" sz="quarter" idx="11"/>
          </p:nvPr>
        </p:nvSpPr>
        <p:spPr>
          <a:xfrm>
            <a:off x="362634" y="184522"/>
            <a:ext cx="2688492" cy="391550"/>
          </a:xfrm>
        </p:spPr>
        <p:txBody>
          <a:bodyPr/>
          <a:lstStyle/>
          <a:p>
            <a:r>
              <a:rPr lang="en-US"/>
              <a:t>StreamList Movie Management App</a:t>
            </a:r>
          </a:p>
        </p:txBody>
      </p:sp>
      <p:sp>
        <p:nvSpPr>
          <p:cNvPr id="5" name="Text Placeholder 4">
            <a:extLst>
              <a:ext uri="{FF2B5EF4-FFF2-40B4-BE49-F238E27FC236}">
                <a16:creationId xmlns:a16="http://schemas.microsoft.com/office/drawing/2014/main" id="{EF6164BC-404D-DDF7-CC4D-0C46362AEA00}"/>
              </a:ext>
            </a:extLst>
          </p:cNvPr>
          <p:cNvSpPr>
            <a:spLocks noGrp="1"/>
          </p:cNvSpPr>
          <p:nvPr>
            <p:ph type="body" sz="quarter" idx="15"/>
          </p:nvPr>
        </p:nvSpPr>
        <p:spPr>
          <a:xfrm>
            <a:off x="248530" y="2707952"/>
            <a:ext cx="4754880" cy="3275135"/>
          </a:xfrm>
        </p:spPr>
        <p:txBody>
          <a:bodyPr vert="horz" lIns="91440" tIns="45720" rIns="91440" bIns="45720" rtlCol="0" anchor="t">
            <a:noAutofit/>
          </a:bodyPr>
          <a:lstStyle/>
          <a:p>
            <a:pPr marL="0" indent="0">
              <a:buNone/>
            </a:pPr>
            <a:r>
              <a:rPr lang="en-US" sz="1400">
                <a:cs typeface="Arial"/>
              </a:rPr>
              <a:t>Navigation Pages</a:t>
            </a:r>
          </a:p>
          <a:p>
            <a:pPr marL="283210" indent="-283210"/>
            <a:r>
              <a:rPr lang="en-US" sz="1400" dirty="0" err="1">
                <a:ea typeface="+mn-lt"/>
                <a:cs typeface="+mn-lt"/>
              </a:rPr>
              <a:t>StreamList</a:t>
            </a:r>
            <a:r>
              <a:rPr lang="en-US" sz="1400" dirty="0">
                <a:ea typeface="+mn-lt"/>
                <a:cs typeface="+mn-lt"/>
              </a:rPr>
              <a:t> (Home)</a:t>
            </a:r>
          </a:p>
          <a:p>
            <a:pPr marL="283210" indent="-283210"/>
            <a:r>
              <a:rPr lang="en-US" sz="1400">
                <a:ea typeface="+mn-lt"/>
                <a:cs typeface="+mn-lt"/>
              </a:rPr>
              <a:t>Movies</a:t>
            </a:r>
            <a:endParaRPr lang="en-US" sz="1400" dirty="0">
              <a:ea typeface="+mn-lt"/>
              <a:cs typeface="+mn-lt"/>
            </a:endParaRPr>
          </a:p>
          <a:p>
            <a:pPr marL="283210" indent="-283210"/>
            <a:r>
              <a:rPr lang="en-US" sz="1400">
                <a:ea typeface="+mn-lt"/>
                <a:cs typeface="+mn-lt"/>
              </a:rPr>
              <a:t>Cart</a:t>
            </a:r>
            <a:endParaRPr lang="en-US" sz="1400" dirty="0">
              <a:ea typeface="+mn-lt"/>
              <a:cs typeface="+mn-lt"/>
            </a:endParaRPr>
          </a:p>
          <a:p>
            <a:pPr marL="283210" indent="-283210"/>
            <a:r>
              <a:rPr lang="en-US" sz="1400">
                <a:ea typeface="+mn-lt"/>
                <a:cs typeface="+mn-lt"/>
              </a:rPr>
              <a:t>About</a:t>
            </a:r>
            <a:endParaRPr lang="en-US" sz="1400" dirty="0">
              <a:ea typeface="+mn-lt"/>
              <a:cs typeface="+mn-lt"/>
            </a:endParaRPr>
          </a:p>
          <a:p>
            <a:pPr marL="0" indent="0">
              <a:buNone/>
            </a:pPr>
            <a:r>
              <a:rPr lang="en-US" sz="1400">
                <a:ea typeface="+mn-lt"/>
                <a:cs typeface="+mn-lt"/>
              </a:rPr>
              <a:t>User Interface Layout</a:t>
            </a:r>
            <a:endParaRPr lang="en-US" sz="1400" dirty="0">
              <a:ea typeface="+mn-lt"/>
              <a:cs typeface="+mn-lt"/>
            </a:endParaRPr>
          </a:p>
          <a:p>
            <a:pPr marL="283210" indent="-283210">
              <a:buFont typeface="Arial"/>
              <a:buChar char="•"/>
            </a:pPr>
            <a:r>
              <a:rPr lang="en-US" sz="1400">
                <a:ea typeface="+mn-lt"/>
                <a:cs typeface="+mn-lt"/>
              </a:rPr>
              <a:t>Top navigation bar </a:t>
            </a:r>
            <a:endParaRPr lang="en-US" sz="1400">
              <a:cs typeface="Arial"/>
            </a:endParaRPr>
          </a:p>
          <a:p>
            <a:pPr marL="283210" indent="-283210">
              <a:buFont typeface="Arial"/>
              <a:buChar char="•"/>
            </a:pPr>
            <a:r>
              <a:rPr lang="en-US" sz="1400">
                <a:ea typeface="+mn-lt"/>
                <a:cs typeface="+mn-lt"/>
              </a:rPr>
              <a:t>Feature buttons within each page </a:t>
            </a:r>
            <a:endParaRPr lang="en-US" sz="1400">
              <a:cs typeface="Arial"/>
            </a:endParaRPr>
          </a:p>
          <a:p>
            <a:pPr marL="283210" indent="-283210">
              <a:buFont typeface="Arial"/>
              <a:buChar char="•"/>
            </a:pPr>
            <a:r>
              <a:rPr lang="en-US" sz="1400">
                <a:ea typeface="+mn-lt"/>
                <a:cs typeface="+mn-lt"/>
              </a:rPr>
              <a:t>Simple interaction flow </a:t>
            </a:r>
            <a:endParaRPr lang="en-US" sz="1400">
              <a:cs typeface="Arial"/>
            </a:endParaRPr>
          </a:p>
          <a:p>
            <a:pPr marL="283210" indent="-283210">
              <a:buFont typeface="Arial"/>
              <a:buChar char="•"/>
            </a:pPr>
            <a:r>
              <a:rPr lang="en-US" sz="1400">
                <a:ea typeface="+mn-lt"/>
                <a:cs typeface="+mn-lt"/>
              </a:rPr>
              <a:t>Component-based structure for React</a:t>
            </a:r>
            <a:endParaRPr lang="en-US" sz="1400"/>
          </a:p>
          <a:p>
            <a:pPr marL="0" indent="0">
              <a:buNone/>
            </a:pPr>
            <a:endParaRPr lang="en-US" dirty="0">
              <a:cs typeface="Arial"/>
            </a:endParaRPr>
          </a:p>
        </p:txBody>
      </p:sp>
      <p:sp>
        <p:nvSpPr>
          <p:cNvPr id="13" name="Slide Number Placeholder 12">
            <a:extLst>
              <a:ext uri="{FF2B5EF4-FFF2-40B4-BE49-F238E27FC236}">
                <a16:creationId xmlns:a16="http://schemas.microsoft.com/office/drawing/2014/main" id="{197010B6-B37B-34CD-E59A-C8144C312742}"/>
              </a:ext>
            </a:extLst>
          </p:cNvPr>
          <p:cNvSpPr>
            <a:spLocks noGrp="1"/>
          </p:cNvSpPr>
          <p:nvPr>
            <p:ph type="sldNum" sz="quarter" idx="12"/>
          </p:nvPr>
        </p:nvSpPr>
        <p:spPr/>
        <p:txBody>
          <a:bodyPr/>
          <a:lstStyle/>
          <a:p>
            <a:fld id="{5BFCF61C-3B18-4C03-8326-CC3B32D710C9}" type="slidenum">
              <a:rPr lang="en-US" smtClean="0"/>
              <a:pPr/>
              <a:t>4</a:t>
            </a:fld>
            <a:endParaRPr lang="en-US"/>
          </a:p>
        </p:txBody>
      </p:sp>
      <p:pic>
        <p:nvPicPr>
          <p:cNvPr id="3" name="Picture 2" descr="A screenshot of a computer&#10;&#10;AI-generated content may be incorrect.">
            <a:extLst>
              <a:ext uri="{FF2B5EF4-FFF2-40B4-BE49-F238E27FC236}">
                <a16:creationId xmlns:a16="http://schemas.microsoft.com/office/drawing/2014/main" id="{5596E8F8-09F3-2193-0A3B-7861DCD9B400}"/>
              </a:ext>
            </a:extLst>
          </p:cNvPr>
          <p:cNvPicPr>
            <a:picLocks noChangeAspect="1"/>
          </p:cNvPicPr>
          <p:nvPr/>
        </p:nvPicPr>
        <p:blipFill>
          <a:blip r:embed="rId3"/>
          <a:stretch>
            <a:fillRect/>
          </a:stretch>
        </p:blipFill>
        <p:spPr>
          <a:xfrm>
            <a:off x="4140868" y="3524527"/>
            <a:ext cx="7890711" cy="1653787"/>
          </a:xfrm>
          <a:prstGeom prst="rect">
            <a:avLst/>
          </a:prstGeom>
        </p:spPr>
      </p:pic>
    </p:spTree>
    <p:extLst>
      <p:ext uri="{BB962C8B-B14F-4D97-AF65-F5344CB8AC3E}">
        <p14:creationId xmlns:p14="http://schemas.microsoft.com/office/powerpoint/2010/main" val="587723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7580C-6740-CFCC-18DD-D7F868246D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1B2E5E-78B8-83D2-C9C9-0947C91DA5DB}"/>
              </a:ext>
            </a:extLst>
          </p:cNvPr>
          <p:cNvSpPr>
            <a:spLocks noGrp="1"/>
          </p:cNvSpPr>
          <p:nvPr>
            <p:ph type="title"/>
          </p:nvPr>
        </p:nvSpPr>
        <p:spPr/>
        <p:txBody>
          <a:bodyPr/>
          <a:lstStyle/>
          <a:p>
            <a:r>
              <a:rPr lang="en-US" sz="4400">
                <a:cs typeface="Arial"/>
              </a:rPr>
              <a:t>Development approach</a:t>
            </a:r>
            <a:endParaRPr lang="en-US" sz="4400" dirty="0">
              <a:cs typeface="Arial"/>
            </a:endParaRPr>
          </a:p>
        </p:txBody>
      </p:sp>
      <p:sp>
        <p:nvSpPr>
          <p:cNvPr id="12" name="Footer Placeholder 11">
            <a:extLst>
              <a:ext uri="{FF2B5EF4-FFF2-40B4-BE49-F238E27FC236}">
                <a16:creationId xmlns:a16="http://schemas.microsoft.com/office/drawing/2014/main" id="{A7C1681C-3688-814E-4537-B116B8659BDB}"/>
              </a:ext>
            </a:extLst>
          </p:cNvPr>
          <p:cNvSpPr>
            <a:spLocks noGrp="1"/>
          </p:cNvSpPr>
          <p:nvPr>
            <p:ph type="ftr" sz="quarter" idx="11"/>
          </p:nvPr>
        </p:nvSpPr>
        <p:spPr>
          <a:xfrm>
            <a:off x="362634" y="184522"/>
            <a:ext cx="2688492" cy="391550"/>
          </a:xfrm>
        </p:spPr>
        <p:txBody>
          <a:bodyPr/>
          <a:lstStyle/>
          <a:p>
            <a:r>
              <a:rPr lang="en-US"/>
              <a:t>StreamList Movie Management App</a:t>
            </a:r>
          </a:p>
        </p:txBody>
      </p:sp>
      <p:sp>
        <p:nvSpPr>
          <p:cNvPr id="5" name="Text Placeholder 4">
            <a:extLst>
              <a:ext uri="{FF2B5EF4-FFF2-40B4-BE49-F238E27FC236}">
                <a16:creationId xmlns:a16="http://schemas.microsoft.com/office/drawing/2014/main" id="{AD10B951-04DE-B163-F2FB-E73110D1B60F}"/>
              </a:ext>
            </a:extLst>
          </p:cNvPr>
          <p:cNvSpPr>
            <a:spLocks noGrp="1"/>
          </p:cNvSpPr>
          <p:nvPr>
            <p:ph type="body" sz="quarter" idx="15"/>
          </p:nvPr>
        </p:nvSpPr>
        <p:spPr>
          <a:xfrm>
            <a:off x="1498991" y="2961952"/>
            <a:ext cx="3103880" cy="1975828"/>
          </a:xfrm>
        </p:spPr>
        <p:txBody>
          <a:bodyPr vert="horz" lIns="91440" tIns="45720" rIns="91440" bIns="45720" rtlCol="0" anchor="t">
            <a:noAutofit/>
          </a:bodyPr>
          <a:lstStyle/>
          <a:p>
            <a:pPr marL="283210" indent="-283210">
              <a:buNone/>
            </a:pPr>
            <a:r>
              <a:rPr lang="en-US" sz="1400">
                <a:ea typeface="+mn-lt"/>
                <a:cs typeface="+mn-lt"/>
              </a:rPr>
              <a:t>Technical Stack</a:t>
            </a:r>
            <a:endParaRPr lang="en-US">
              <a:cs typeface="Arial"/>
            </a:endParaRPr>
          </a:p>
          <a:p>
            <a:pPr marL="283210" indent="-283210">
              <a:buFont typeface="Arial"/>
              <a:buChar char="•"/>
            </a:pPr>
            <a:r>
              <a:rPr lang="en-US" sz="1400">
                <a:ea typeface="+mn-lt"/>
                <a:cs typeface="+mn-lt"/>
              </a:rPr>
              <a:t>React frontend </a:t>
            </a:r>
            <a:endParaRPr lang="en-US"/>
          </a:p>
          <a:p>
            <a:pPr marL="283210" indent="-283210">
              <a:buFont typeface="Arial"/>
            </a:pPr>
            <a:r>
              <a:rPr lang="en-US" sz="1400">
                <a:ea typeface="+mn-lt"/>
                <a:cs typeface="+mn-lt"/>
              </a:rPr>
              <a:t>React Router navigation </a:t>
            </a:r>
            <a:endParaRPr lang="en-US"/>
          </a:p>
          <a:p>
            <a:pPr marL="283210" indent="-283210">
              <a:buFont typeface="Arial"/>
            </a:pPr>
            <a:r>
              <a:rPr lang="en-US" sz="1400">
                <a:ea typeface="+mn-lt"/>
                <a:cs typeface="+mn-lt"/>
              </a:rPr>
              <a:t>Node.js backend </a:t>
            </a:r>
            <a:endParaRPr lang="en-US"/>
          </a:p>
          <a:p>
            <a:pPr marL="283210" indent="-283210">
              <a:buFont typeface="Arial"/>
            </a:pPr>
            <a:r>
              <a:rPr lang="en-US" sz="1400">
                <a:ea typeface="+mn-lt"/>
                <a:cs typeface="+mn-lt"/>
              </a:rPr>
              <a:t>Secure payment processing</a:t>
            </a:r>
            <a:endParaRPr lang="en-US"/>
          </a:p>
          <a:p>
            <a:pPr marL="0" indent="0">
              <a:buNone/>
            </a:pPr>
            <a:endParaRPr lang="en-US" sz="1400" dirty="0">
              <a:ea typeface="+mn-lt"/>
              <a:cs typeface="+mn-lt"/>
            </a:endParaRPr>
          </a:p>
          <a:p>
            <a:pPr marL="0" indent="0">
              <a:buNone/>
            </a:pPr>
            <a:endParaRPr lang="en-US" sz="1400"/>
          </a:p>
        </p:txBody>
      </p:sp>
      <p:sp>
        <p:nvSpPr>
          <p:cNvPr id="13" name="Slide Number Placeholder 12">
            <a:extLst>
              <a:ext uri="{FF2B5EF4-FFF2-40B4-BE49-F238E27FC236}">
                <a16:creationId xmlns:a16="http://schemas.microsoft.com/office/drawing/2014/main" id="{61A91137-5FE1-FD92-DC9B-974AB2840D57}"/>
              </a:ext>
            </a:extLst>
          </p:cNvPr>
          <p:cNvSpPr>
            <a:spLocks noGrp="1"/>
          </p:cNvSpPr>
          <p:nvPr>
            <p:ph type="sldNum" sz="quarter" idx="12"/>
          </p:nvPr>
        </p:nvSpPr>
        <p:spPr/>
        <p:txBody>
          <a:bodyPr/>
          <a:lstStyle/>
          <a:p>
            <a:fld id="{5BFCF61C-3B18-4C03-8326-CC3B32D710C9}" type="slidenum">
              <a:rPr lang="en-US" smtClean="0"/>
              <a:pPr/>
              <a:t>5</a:t>
            </a:fld>
            <a:endParaRPr lang="en-US"/>
          </a:p>
        </p:txBody>
      </p:sp>
      <p:sp>
        <p:nvSpPr>
          <p:cNvPr id="4" name="TextBox 3">
            <a:extLst>
              <a:ext uri="{FF2B5EF4-FFF2-40B4-BE49-F238E27FC236}">
                <a16:creationId xmlns:a16="http://schemas.microsoft.com/office/drawing/2014/main" id="{F28AAF04-7244-B63A-7FCA-3C3130F8F118}"/>
              </a:ext>
            </a:extLst>
          </p:cNvPr>
          <p:cNvSpPr txBox="1"/>
          <p:nvPr/>
        </p:nvSpPr>
        <p:spPr>
          <a:xfrm>
            <a:off x="5861538" y="2960076"/>
            <a:ext cx="609600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3210" indent="-283210">
              <a:lnSpc>
                <a:spcPct val="150000"/>
              </a:lnSpc>
            </a:pPr>
            <a:r>
              <a:rPr lang="en-US" sz="1400">
                <a:solidFill>
                  <a:srgbClr val="3B4546"/>
                </a:solidFill>
                <a:ea typeface="+mn-lt"/>
                <a:cs typeface="+mn-lt"/>
              </a:rPr>
              <a:t>Development Strategy</a:t>
            </a:r>
            <a:endParaRPr lang="en-US" sz="1400" dirty="0">
              <a:solidFill>
                <a:srgbClr val="3B4546"/>
              </a:solidFill>
              <a:ea typeface="+mn-lt"/>
              <a:cs typeface="+mn-lt"/>
            </a:endParaRPr>
          </a:p>
          <a:p>
            <a:pPr marL="283210" indent="-283210">
              <a:lnSpc>
                <a:spcPct val="150000"/>
              </a:lnSpc>
              <a:buFont typeface="Arial,Sans-Serif"/>
              <a:buChar char="•"/>
            </a:pPr>
            <a:r>
              <a:rPr lang="en-US" sz="1400">
                <a:solidFill>
                  <a:srgbClr val="3B4546"/>
                </a:solidFill>
                <a:ea typeface="+mn-lt"/>
                <a:cs typeface="+mn-lt"/>
              </a:rPr>
              <a:t>Component-based architecture</a:t>
            </a:r>
            <a:endParaRPr lang="en-US" sz="1400">
              <a:cs typeface="Arial"/>
            </a:endParaRPr>
          </a:p>
          <a:p>
            <a:pPr marL="283210" indent="-283210">
              <a:lnSpc>
                <a:spcPct val="150000"/>
              </a:lnSpc>
              <a:buFont typeface="Arial,Sans-Serif"/>
              <a:buChar char="•"/>
            </a:pPr>
            <a:r>
              <a:rPr lang="en-US" sz="1400" dirty="0">
                <a:solidFill>
                  <a:srgbClr val="3B4546"/>
                </a:solidFill>
                <a:ea typeface="+mn-lt"/>
                <a:cs typeface="+mn-lt"/>
              </a:rPr>
              <a:t>Incremental feature </a:t>
            </a:r>
            <a:r>
              <a:rPr lang="en-US" sz="1400">
                <a:solidFill>
                  <a:srgbClr val="3B4546"/>
                </a:solidFill>
                <a:ea typeface="+mn-lt"/>
                <a:cs typeface="+mn-lt"/>
              </a:rPr>
              <a:t>development</a:t>
            </a:r>
            <a:endParaRPr lang="en-US" sz="1400">
              <a:cs typeface="Arial"/>
            </a:endParaRPr>
          </a:p>
          <a:p>
            <a:pPr marL="283210" indent="-283210">
              <a:lnSpc>
                <a:spcPct val="150000"/>
              </a:lnSpc>
              <a:buFont typeface="Arial,Sans-Serif"/>
              <a:buChar char="•"/>
            </a:pPr>
            <a:r>
              <a:rPr lang="en-US" sz="1400" dirty="0">
                <a:solidFill>
                  <a:srgbClr val="3B4546"/>
                </a:solidFill>
                <a:ea typeface="+mn-lt"/>
                <a:cs typeface="+mn-lt"/>
              </a:rPr>
              <a:t>Testing and </a:t>
            </a:r>
            <a:r>
              <a:rPr lang="en-US" sz="1400">
                <a:solidFill>
                  <a:srgbClr val="3B4546"/>
                </a:solidFill>
                <a:ea typeface="+mn-lt"/>
                <a:cs typeface="+mn-lt"/>
              </a:rPr>
              <a:t>deployment milestones</a:t>
            </a:r>
            <a:endParaRPr lang="en-US" sz="1400">
              <a:cs typeface="Arial"/>
            </a:endParaRPr>
          </a:p>
          <a:p>
            <a:endParaRPr lang="en-US" dirty="0">
              <a:solidFill>
                <a:srgbClr val="000000"/>
              </a:solidFill>
              <a:cs typeface="Arial"/>
            </a:endParaRPr>
          </a:p>
          <a:p>
            <a:pPr algn="ctr"/>
            <a:endParaRPr lang="en-US">
              <a:cs typeface="Arial"/>
            </a:endParaRPr>
          </a:p>
        </p:txBody>
      </p:sp>
    </p:spTree>
    <p:extLst>
      <p:ext uri="{BB962C8B-B14F-4D97-AF65-F5344CB8AC3E}">
        <p14:creationId xmlns:p14="http://schemas.microsoft.com/office/powerpoint/2010/main" val="541137815"/>
      </p:ext>
    </p:extLst>
  </p:cSld>
  <p:clrMapOvr>
    <a:masterClrMapping/>
  </p:clrMapOvr>
</p:sld>
</file>

<file path=ppt/theme/theme1.xml><?xml version="1.0" encoding="utf-8"?>
<a:theme xmlns:a="http://schemas.openxmlformats.org/drawingml/2006/main" name="Office Them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_Status_Report_Win32_jx_v12" id="{5D6FBA16-B4D1-4307-B1D7-61285FA0D9C0}" vid="{1DA9E459-46CB-4408-AA4C-63950E2E54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5B4CAA5-BE7A-46AB-97ED-63B24C46A3A8}">
  <ds:schemaRefs>
    <ds:schemaRef ds:uri="http://schemas.microsoft.com/sharepoint/v3/contenttype/forms"/>
  </ds:schemaRefs>
</ds:datastoreItem>
</file>

<file path=customXml/itemProps2.xml><?xml version="1.0" encoding="utf-8"?>
<ds:datastoreItem xmlns:ds="http://schemas.openxmlformats.org/officeDocument/2006/customXml" ds:itemID="{5783CE7D-BFC6-4030-A335-E7F88DB664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1F98F7-6576-47F1-AD63-56E26C339747}">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421</Words>
  <Application>Microsoft Office PowerPoint</Application>
  <PresentationFormat>Widescreen</PresentationFormat>
  <Paragraphs>95</Paragraphs>
  <Slides>5</Slides>
  <Notes>5</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StreamList Movie Management App INT499 Capstone </vt:lpstr>
      <vt:lpstr>SUMMARY</vt:lpstr>
      <vt:lpstr>Gantt Chart (Project Planning)</vt:lpstr>
      <vt:lpstr>Wireframe Design</vt:lpstr>
      <vt:lpstr>Development 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160</cp:revision>
  <dcterms:created xsi:type="dcterms:W3CDTF">2026-03-29T23:31:20Z</dcterms:created>
  <dcterms:modified xsi:type="dcterms:W3CDTF">2026-03-30T01:12:20Z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