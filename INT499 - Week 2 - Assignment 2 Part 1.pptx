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0"/>
  </p:notesMasterIdLst>
  <p:handoutMasterIdLst>
    <p:handoutMasterId r:id="rId11"/>
  </p:handoutMasterIdLst>
  <p:sldIdLst>
    <p:sldId id="273" r:id="rId5"/>
    <p:sldId id="275" r:id="rId6"/>
    <p:sldId id="277" r:id="rId7"/>
    <p:sldId id="278" r:id="rId8"/>
    <p:sldId id="279" r:id="rId9"/>
  </p:sldIdLst>
  <p:sldSz cx="12192000" cy="6858000"/>
  <p:notesSz cx="6858000" cy="9144000"/>
  <p:defaultText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orient="horz" pos="1224" userDrawn="1">
          <p15:clr>
            <a:srgbClr val="A4A3A4"/>
          </p15:clr>
        </p15:guide>
        <p15:guide id="3" pos="7368" userDrawn="1">
          <p15:clr>
            <a:srgbClr val="A4A3A4"/>
          </p15:clr>
        </p15:guide>
        <p15:guide id="4" pos="312" userDrawn="1">
          <p15:clr>
            <a:srgbClr val="A4A3A4"/>
          </p15:clr>
        </p15:guide>
        <p15:guide id="6" orient="horz" pos="2856" userDrawn="1">
          <p15:clr>
            <a:srgbClr val="A4A3A4"/>
          </p15:clr>
        </p15:guide>
        <p15:guide id="7" pos="5928" userDrawn="1">
          <p15:clr>
            <a:srgbClr val="A4A3A4"/>
          </p15:clr>
        </p15:guide>
        <p15:guide id="8" pos="6168" userDrawn="1">
          <p15:clr>
            <a:srgbClr val="A4A3A4"/>
          </p15:clr>
        </p15:guide>
        <p15:guide id="9" pos="1512" userDrawn="1">
          <p15:clr>
            <a:srgbClr val="A4A3A4"/>
          </p15:clr>
        </p15:guide>
        <p15:guide id="10" orient="horz" pos="264" userDrawn="1">
          <p15:clr>
            <a:srgbClr val="A4A3A4"/>
          </p15:clr>
        </p15:guide>
        <p15:guide id="11" pos="2496" userDrawn="1">
          <p15:clr>
            <a:srgbClr val="A4A3A4"/>
          </p15:clr>
        </p15:guide>
        <p15:guide id="12" pos="2688" userDrawn="1">
          <p15:clr>
            <a:srgbClr val="A4A3A4"/>
          </p15:clr>
        </p15:guide>
        <p15:guide id="13" pos="4536" userDrawn="1">
          <p15:clr>
            <a:srgbClr val="A4A3A4"/>
          </p15:clr>
        </p15:guide>
        <p15:guide id="14" pos="4008" userDrawn="1">
          <p15:clr>
            <a:srgbClr val="A4A3A4"/>
          </p15:clr>
        </p15:guide>
        <p15:guide id="15" pos="4944" userDrawn="1">
          <p15:clr>
            <a:srgbClr val="A4A3A4"/>
          </p15:clr>
        </p15:guide>
        <p15:guide id="16" pos="5136" userDrawn="1">
          <p15:clr>
            <a:srgbClr val="A4A3A4"/>
          </p15:clr>
        </p15:guide>
        <p15:guide id="17" orient="horz" pos="1584" userDrawn="1">
          <p15:clr>
            <a:srgbClr val="A4A3A4"/>
          </p15:clr>
        </p15:guide>
        <p15:guide id="18" orient="horz" pos="2736" userDrawn="1">
          <p15:clr>
            <a:srgbClr val="A4A3A4"/>
          </p15:clr>
        </p15:guide>
        <p15:guide id="19" orient="horz" pos="3648" userDrawn="1">
          <p15:clr>
            <a:srgbClr val="A4A3A4"/>
          </p15:clr>
        </p15:guide>
        <p15:guide id="20" orient="horz" pos="864" userDrawn="1">
          <p15:clr>
            <a:srgbClr val="A4A3A4"/>
          </p15:clr>
        </p15:guide>
        <p15:guide id="21" orient="horz" pos="3984" userDrawn="1">
          <p15:clr>
            <a:srgbClr val="A4A3A4"/>
          </p15:clr>
        </p15:guide>
        <p15:guide id="22" pos="456" userDrawn="1">
          <p15:clr>
            <a:srgbClr val="A4A3A4"/>
          </p15:clr>
        </p15:guide>
        <p15:guide id="23" pos="7248" userDrawn="1">
          <p15:clr>
            <a:srgbClr val="A4A3A4"/>
          </p15:clr>
        </p15:guide>
        <p15:guide id="24" orient="horz" pos="1920" userDrawn="1">
          <p15:clr>
            <a:srgbClr val="A4A3A4"/>
          </p15:clr>
        </p15:guide>
        <p15:guide id="25" orient="horz" pos="2256" userDrawn="1">
          <p15:clr>
            <a:srgbClr val="A4A3A4"/>
          </p15:clr>
        </p15:guide>
        <p15:guide id="26" pos="7176" userDrawn="1">
          <p15:clr>
            <a:srgbClr val="A4A3A4"/>
          </p15:clr>
        </p15:guide>
        <p15:guide id="27" orient="horz" pos="1704" userDrawn="1">
          <p15:clr>
            <a:srgbClr val="A4A3A4"/>
          </p15:clr>
        </p15:guide>
        <p15:guide id="28" pos="4176" userDrawn="1">
          <p15:clr>
            <a:srgbClr val="A4A3A4"/>
          </p15:clr>
        </p15:guide>
        <p15:guide id="29" orient="horz" pos="2592" userDrawn="1">
          <p15:clr>
            <a:srgbClr val="A4A3A4"/>
          </p15:clr>
        </p15:guide>
        <p15:guide id="30" pos="6912" userDrawn="1">
          <p15:clr>
            <a:srgbClr val="A4A3A4"/>
          </p15:clr>
        </p15:guide>
        <p15:guide id="31" pos="3552"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D8BEB2"/>
    <a:srgbClr val="753F2D"/>
    <a:srgbClr val="5E3324"/>
    <a:srgbClr val="8A4C34"/>
    <a:srgbClr val="815550"/>
    <a:srgbClr val="A3573E"/>
    <a:srgbClr val="E7E6E6"/>
    <a:srgbClr val="C28D6D"/>
    <a:srgbClr val="D2986F"/>
    <a:srgbClr val="333B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4798982-9E56-13ED-9198-DFC7737BE7CA}" v="313" dt="2026-03-30T00:01:08.94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782"/>
    <p:restoredTop sz="96327"/>
  </p:normalViewPr>
  <p:slideViewPr>
    <p:cSldViewPr snapToGrid="0">
      <p:cViewPr>
        <p:scale>
          <a:sx n="100" d="100"/>
          <a:sy n="100" d="100"/>
        </p:scale>
        <p:origin x="-845" y="58"/>
      </p:cViewPr>
      <p:guideLst>
        <p:guide orient="horz" pos="1224"/>
        <p:guide pos="7368"/>
        <p:guide pos="312"/>
        <p:guide orient="horz" pos="2856"/>
        <p:guide pos="5928"/>
        <p:guide pos="6168"/>
        <p:guide pos="1512"/>
        <p:guide orient="horz" pos="264"/>
        <p:guide pos="2496"/>
        <p:guide pos="2688"/>
        <p:guide pos="4536"/>
        <p:guide pos="4008"/>
        <p:guide pos="4944"/>
        <p:guide pos="5136"/>
        <p:guide orient="horz" pos="1584"/>
        <p:guide orient="horz" pos="2736"/>
        <p:guide orient="horz" pos="3648"/>
        <p:guide orient="horz" pos="864"/>
        <p:guide orient="horz" pos="3984"/>
        <p:guide pos="456"/>
        <p:guide pos="7248"/>
        <p:guide orient="horz" pos="1920"/>
        <p:guide orient="horz" pos="2256"/>
        <p:guide pos="7176"/>
        <p:guide orient="horz" pos="1704"/>
        <p:guide pos="4176"/>
        <p:guide orient="horz" pos="2592"/>
        <p:guide pos="6912"/>
        <p:guide pos="3552"/>
      </p:guideLst>
    </p:cSldViewPr>
  </p:slideViewPr>
  <p:notesTextViewPr>
    <p:cViewPr>
      <p:scale>
        <a:sx n="1" d="1"/>
        <a:sy n="1" d="1"/>
      </p:scale>
      <p:origin x="0" y="0"/>
    </p:cViewPr>
  </p:notesTextViewPr>
  <p:notesViewPr>
    <p:cSldViewPr snapToGrid="0">
      <p:cViewPr varScale="1">
        <p:scale>
          <a:sx n="58" d="100"/>
          <a:sy n="58" d="100"/>
        </p:scale>
        <p:origin x="2371" y="67"/>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presProps" Target="presProps.xml"/><Relationship Id="rId17" Type="http://schemas.microsoft.com/office/2018/10/relationships/authors" Target="authors.xml"/><Relationship Id="rId2" Type="http://schemas.openxmlformats.org/officeDocument/2006/relationships/customXml" Target="../customXml/item2.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8B30D67-EB7C-4323-A6AB-20071C4FCC2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CB26DD94-0E47-FE33-5C0F-9E497B99BEF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3433F7E-3633-4FA3-974D-CA21FB24834F}" type="datetimeFigureOut">
              <a:rPr lang="en-US" smtClean="0"/>
              <a:t>3/29/2026</a:t>
            </a:fld>
            <a:endParaRPr lang="en-US"/>
          </a:p>
        </p:txBody>
      </p:sp>
      <p:sp>
        <p:nvSpPr>
          <p:cNvPr id="4" name="Footer Placeholder 3">
            <a:extLst>
              <a:ext uri="{FF2B5EF4-FFF2-40B4-BE49-F238E27FC236}">
                <a16:creationId xmlns:a16="http://schemas.microsoft.com/office/drawing/2014/main" id="{B9636FF0-1B83-FCD7-197D-6F6CBEA8F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AA88305-7C09-5A95-A84B-C7CEA8D00FA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6482836-E43C-41FF-A11B-3D8AB6E68FC7}" type="slidenum">
              <a:rPr lang="en-US" smtClean="0"/>
              <a:t>‹#›</a:t>
            </a:fld>
            <a:endParaRPr lang="en-US"/>
          </a:p>
        </p:txBody>
      </p:sp>
    </p:spTree>
    <p:extLst>
      <p:ext uri="{BB962C8B-B14F-4D97-AF65-F5344CB8AC3E}">
        <p14:creationId xmlns:p14="http://schemas.microsoft.com/office/powerpoint/2010/main" val="38009817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45F7B4-7442-4021-9F1E-8BC3C363C892}" type="datetimeFigureOut">
              <a:rPr lang="en-US" noProof="0" smtClean="0"/>
              <a:t>3/29/2026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CDE012-9E2E-4477-8B5C-4E7D4E9BCBA6}" type="slidenum">
              <a:rPr lang="en-US" noProof="0" smtClean="0"/>
              <a:t>‹#›</a:t>
            </a:fld>
            <a:endParaRPr lang="en-US" noProof="0" dirty="0"/>
          </a:p>
        </p:txBody>
      </p:sp>
    </p:spTree>
    <p:extLst>
      <p:ext uri="{BB962C8B-B14F-4D97-AF65-F5344CB8AC3E}">
        <p14:creationId xmlns:p14="http://schemas.microsoft.com/office/powerpoint/2010/main" val="739385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CDE012-9E2E-4477-8B5C-4E7D4E9BCBA6}" type="slidenum">
              <a:rPr lang="en-US" smtClean="0"/>
              <a:t>1</a:t>
            </a:fld>
            <a:endParaRPr lang="en-US"/>
          </a:p>
        </p:txBody>
      </p:sp>
    </p:spTree>
    <p:extLst>
      <p:ext uri="{BB962C8B-B14F-4D97-AF65-F5344CB8AC3E}">
        <p14:creationId xmlns:p14="http://schemas.microsoft.com/office/powerpoint/2010/main" val="1498192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explains the design planning for the </a:t>
            </a:r>
            <a:r>
              <a:rPr lang="en-US" dirty="0" err="1"/>
              <a:t>StreamList</a:t>
            </a:r>
            <a:r>
              <a:rPr lang="en-US" dirty="0"/>
              <a:t> application. The goal of this project is to develop a web-based application that allows users to organize and manage movie watchlists within the </a:t>
            </a:r>
            <a:r>
              <a:rPr lang="en-US" dirty="0" err="1"/>
              <a:t>EZTechMovie</a:t>
            </a:r>
            <a:r>
              <a:rPr lang="en-US" dirty="0"/>
              <a:t> streaming platform. The design work includes a project Gantt chart that outlines development tasks and timelines, along with wireframes that illustrate the structure of the user interface.</a:t>
            </a:r>
          </a:p>
          <a:p>
            <a:endParaRPr lang="en-US" dirty="0"/>
          </a:p>
          <a:p>
            <a:r>
              <a:rPr lang="en-US"/>
              <a:t>The project design is based on the functional and non-functional requirements outlined in the Software Requirements Specification, which defines the system features such as movie list management, search functionality, subscription management, and payment handling.</a:t>
            </a:r>
          </a:p>
          <a:p>
            <a:endParaRPr lang="en-US" dirty="0">
              <a:ea typeface="Calibri"/>
              <a:cs typeface="Calibri"/>
            </a:endParaRPr>
          </a:p>
        </p:txBody>
      </p:sp>
      <p:sp>
        <p:nvSpPr>
          <p:cNvPr id="4" name="Slide Number Placeholder 3"/>
          <p:cNvSpPr>
            <a:spLocks noGrp="1"/>
          </p:cNvSpPr>
          <p:nvPr>
            <p:ph type="sldNum" sz="quarter" idx="5"/>
          </p:nvPr>
        </p:nvSpPr>
        <p:spPr/>
        <p:txBody>
          <a:bodyPr/>
          <a:lstStyle/>
          <a:p>
            <a:fld id="{DECDE012-9E2E-4477-8B5C-4E7D4E9BCBA6}" type="slidenum">
              <a:rPr lang="en-US" noProof="0" smtClean="0"/>
              <a:t>2</a:t>
            </a:fld>
            <a:endParaRPr lang="en-US" noProof="0"/>
          </a:p>
        </p:txBody>
      </p:sp>
    </p:spTree>
    <p:extLst>
      <p:ext uri="{BB962C8B-B14F-4D97-AF65-F5344CB8AC3E}">
        <p14:creationId xmlns:p14="http://schemas.microsoft.com/office/powerpoint/2010/main" val="20324392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Gantt chart was created in </a:t>
            </a:r>
            <a:r>
              <a:rPr lang="en-US" dirty="0" err="1"/>
              <a:t>ProjectLibre</a:t>
            </a:r>
            <a:r>
              <a:rPr lang="en-US" dirty="0"/>
              <a:t> to organize the development tasks for the </a:t>
            </a:r>
            <a:r>
              <a:rPr lang="en-US" dirty="0" err="1"/>
              <a:t>StreamList</a:t>
            </a:r>
            <a:r>
              <a:rPr lang="en-US" dirty="0"/>
              <a:t> application. Each task was derived from the functional requirements listed in the Software Requirements Specification.</a:t>
            </a:r>
          </a:p>
          <a:p>
            <a:endParaRPr lang="en-US" dirty="0"/>
          </a:p>
          <a:p>
            <a:r>
              <a:rPr lang="en-US" dirty="0"/>
              <a:t>The project begins with planning and system design, including defining the application structure and creating the wireframes. Once the design phase is complete, development tasks are organized around the core system components such as user account management, movie search functionality, </a:t>
            </a:r>
            <a:r>
              <a:rPr lang="en-US" dirty="0" err="1"/>
              <a:t>StreamList</a:t>
            </a:r>
            <a:r>
              <a:rPr lang="en-US" dirty="0"/>
              <a:t> list management, and shopping cart features.</a:t>
            </a:r>
          </a:p>
          <a:p>
            <a:endParaRPr lang="en-US" dirty="0"/>
          </a:p>
          <a:p>
            <a:r>
              <a:rPr lang="en-US" dirty="0"/>
              <a:t>Tasks are sequenced so that foundational components such as project setup and routing are completed first. Other tasks, such as UI development and feature implementation, can be developed concurrently once the base application framework is established.</a:t>
            </a:r>
          </a:p>
          <a:p>
            <a:endParaRPr lang="en-US" dirty="0"/>
          </a:p>
          <a:p>
            <a:r>
              <a:rPr lang="en-US" dirty="0"/>
              <a:t>Milestones are included in the project schedule to represent key deliverables such as design completion, feature implementation, testing, and final project delivery.</a:t>
            </a:r>
            <a:endParaRPr lang="en-US" dirty="0">
              <a:ea typeface="Calibri"/>
              <a:cs typeface="Calibri"/>
            </a:endParaRPr>
          </a:p>
        </p:txBody>
      </p:sp>
      <p:sp>
        <p:nvSpPr>
          <p:cNvPr id="4" name="Slide Number Placeholder 3"/>
          <p:cNvSpPr>
            <a:spLocks noGrp="1"/>
          </p:cNvSpPr>
          <p:nvPr>
            <p:ph type="sldNum" sz="quarter" idx="5"/>
          </p:nvPr>
        </p:nvSpPr>
        <p:spPr/>
        <p:txBody>
          <a:bodyPr/>
          <a:lstStyle/>
          <a:p>
            <a:fld id="{DECDE012-9E2E-4477-8B5C-4E7D4E9BCBA6}" type="slidenum">
              <a:rPr lang="en-US" noProof="0" smtClean="0"/>
              <a:t>3</a:t>
            </a:fld>
            <a:endParaRPr lang="en-US" noProof="0"/>
          </a:p>
        </p:txBody>
      </p:sp>
    </p:spTree>
    <p:extLst>
      <p:ext uri="{BB962C8B-B14F-4D97-AF65-F5344CB8AC3E}">
        <p14:creationId xmlns:p14="http://schemas.microsoft.com/office/powerpoint/2010/main" val="16731309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F6FDD-92DD-9C04-BFDB-517636DCDB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88B852-2858-A595-4FAB-A56CE37EEA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99C5E4-D4B9-AB43-7499-1DF4EE323359}"/>
              </a:ext>
            </a:extLst>
          </p:cNvPr>
          <p:cNvSpPr>
            <a:spLocks noGrp="1"/>
          </p:cNvSpPr>
          <p:nvPr>
            <p:ph type="body" idx="1"/>
          </p:nvPr>
        </p:nvSpPr>
        <p:spPr/>
        <p:txBody>
          <a:bodyPr/>
          <a:lstStyle/>
          <a:p>
            <a:r>
              <a:rPr lang="en-US" dirty="0"/>
              <a:t>The wireframe represents a simplified layout of the </a:t>
            </a:r>
            <a:r>
              <a:rPr lang="en-US" dirty="0" err="1"/>
              <a:t>StreamList</a:t>
            </a:r>
            <a:r>
              <a:rPr lang="en-US" dirty="0"/>
              <a:t> user interface. The purpose of the wireframe is to show the structure of the application without focusing on visual design details.</a:t>
            </a:r>
          </a:p>
          <a:p>
            <a:endParaRPr lang="en-US" dirty="0"/>
          </a:p>
          <a:p>
            <a:r>
              <a:rPr lang="en-US" dirty="0"/>
              <a:t>At the top of the interface is a navigation bar that allows users to move between the four main pages of the application: the </a:t>
            </a:r>
            <a:r>
              <a:rPr lang="en-US" dirty="0" err="1"/>
              <a:t>StreamList</a:t>
            </a:r>
            <a:r>
              <a:rPr lang="en-US" dirty="0"/>
              <a:t> homepage, the Movies page, the Cart page, and the About page. These pages correspond to the navigation requirements identified in the system specification.</a:t>
            </a:r>
          </a:p>
          <a:p>
            <a:endParaRPr lang="en-US" dirty="0"/>
          </a:p>
          <a:p>
            <a:r>
              <a:rPr lang="en-US" dirty="0"/>
              <a:t>The homepage contains controls that allow the user to manage their movie lists. This includes entering new movies, tracking items that the user plans to watch, and marking movies as completed.</a:t>
            </a:r>
          </a:p>
          <a:p>
            <a:endParaRPr lang="en-US" dirty="0"/>
          </a:p>
          <a:p>
            <a:r>
              <a:rPr lang="en-US"/>
              <a:t>The Movies page will eventually allow users to browse and search movies by genre, view similar recommendations, and see movie ratings.</a:t>
            </a:r>
          </a:p>
          <a:p>
            <a:endParaRPr lang="en-US" dirty="0"/>
          </a:p>
          <a:p>
            <a:r>
              <a:rPr lang="en-US" dirty="0"/>
              <a:t>The Cart page contains functions related to account services, including subscription management, saved payment methods, billing information, and purchase history.</a:t>
            </a:r>
          </a:p>
          <a:p>
            <a:endParaRPr lang="en-US" dirty="0"/>
          </a:p>
          <a:p>
            <a:r>
              <a:rPr lang="en-US"/>
              <a:t>The About page provides information about the company, including the mission statement, contact information, and links to social media or employment opportunities.</a:t>
            </a:r>
          </a:p>
          <a:p>
            <a:endParaRPr lang="en-US" dirty="0"/>
          </a:p>
          <a:p>
            <a:r>
              <a:rPr lang="en-US" dirty="0"/>
              <a:t>This wireframe reflects the component-based design approach used in React, where each page can be implemented as a separate component connected through React Router navigation.</a:t>
            </a:r>
          </a:p>
          <a:p>
            <a:endParaRPr lang="en-US" dirty="0">
              <a:ea typeface="Calibri"/>
              <a:cs typeface="Calibri"/>
            </a:endParaRPr>
          </a:p>
        </p:txBody>
      </p:sp>
      <p:sp>
        <p:nvSpPr>
          <p:cNvPr id="4" name="Slide Number Placeholder 3">
            <a:extLst>
              <a:ext uri="{FF2B5EF4-FFF2-40B4-BE49-F238E27FC236}">
                <a16:creationId xmlns:a16="http://schemas.microsoft.com/office/drawing/2014/main" id="{251234CB-E2FB-9A59-844B-DCFCA464FEB1}"/>
              </a:ext>
            </a:extLst>
          </p:cNvPr>
          <p:cNvSpPr>
            <a:spLocks noGrp="1"/>
          </p:cNvSpPr>
          <p:nvPr>
            <p:ph type="sldNum" sz="quarter" idx="5"/>
          </p:nvPr>
        </p:nvSpPr>
        <p:spPr/>
        <p:txBody>
          <a:bodyPr/>
          <a:lstStyle/>
          <a:p>
            <a:fld id="{DECDE012-9E2E-4477-8B5C-4E7D4E9BCBA6}" type="slidenum">
              <a:rPr lang="en-US" noProof="0" smtClean="0"/>
              <a:t>4</a:t>
            </a:fld>
            <a:endParaRPr lang="en-US" noProof="0"/>
          </a:p>
        </p:txBody>
      </p:sp>
    </p:spTree>
    <p:extLst>
      <p:ext uri="{BB962C8B-B14F-4D97-AF65-F5344CB8AC3E}">
        <p14:creationId xmlns:p14="http://schemas.microsoft.com/office/powerpoint/2010/main" val="1532179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08FF97-720A-B8E1-3E33-34B2BD364E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7F8445-1F87-F108-5BD5-B859717225C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64A24-AF2E-AFF0-774B-B52C8D40DECB}"/>
              </a:ext>
            </a:extLst>
          </p:cNvPr>
          <p:cNvSpPr>
            <a:spLocks noGrp="1"/>
          </p:cNvSpPr>
          <p:nvPr>
            <p:ph type="body" idx="1"/>
          </p:nvPr>
        </p:nvSpPr>
        <p:spPr/>
        <p:txBody>
          <a:bodyPr/>
          <a:lstStyle/>
          <a:p>
            <a:r>
              <a:rPr lang="en-US" dirty="0"/>
              <a:t>The </a:t>
            </a:r>
            <a:r>
              <a:rPr lang="en-US" dirty="0" err="1"/>
              <a:t>StreamList</a:t>
            </a:r>
            <a:r>
              <a:rPr lang="en-US" dirty="0"/>
              <a:t> application will be developed using a modern web application architecture. The user interface will be built using the React framework, which allows the application to be structured as reusable components. Navigation between pages will be handled through React Router.</a:t>
            </a:r>
          </a:p>
          <a:p>
            <a:endParaRPr lang="en-US" dirty="0"/>
          </a:p>
          <a:p>
            <a:r>
              <a:rPr lang="en-US"/>
              <a:t>The backend services will be implemented using Node.js, and a database will be used to store user accounts, movie lists, and transaction information. Payment processing will follow secure industry standards to protect user data.</a:t>
            </a:r>
          </a:p>
          <a:p>
            <a:endParaRPr lang="en-US" dirty="0"/>
          </a:p>
          <a:p>
            <a:r>
              <a:rPr lang="en-US"/>
              <a:t>The project will follow an incremental development approach where features are implemented and tested step by step. This approach allows for better validation of functionality and ensures that the final system meets the requirements defined in the Software Requirements Specification.</a:t>
            </a:r>
          </a:p>
        </p:txBody>
      </p:sp>
      <p:sp>
        <p:nvSpPr>
          <p:cNvPr id="4" name="Slide Number Placeholder 3">
            <a:extLst>
              <a:ext uri="{FF2B5EF4-FFF2-40B4-BE49-F238E27FC236}">
                <a16:creationId xmlns:a16="http://schemas.microsoft.com/office/drawing/2014/main" id="{9E280701-3A48-B741-D93E-F68A9DA2EA94}"/>
              </a:ext>
            </a:extLst>
          </p:cNvPr>
          <p:cNvSpPr>
            <a:spLocks noGrp="1"/>
          </p:cNvSpPr>
          <p:nvPr>
            <p:ph type="sldNum" sz="quarter" idx="5"/>
          </p:nvPr>
        </p:nvSpPr>
        <p:spPr/>
        <p:txBody>
          <a:bodyPr/>
          <a:lstStyle/>
          <a:p>
            <a:fld id="{DECDE012-9E2E-4477-8B5C-4E7D4E9BCBA6}" type="slidenum">
              <a:rPr lang="en-US" noProof="0" smtClean="0"/>
              <a:t>5</a:t>
            </a:fld>
            <a:endParaRPr lang="en-US" noProof="0"/>
          </a:p>
        </p:txBody>
      </p:sp>
    </p:spTree>
    <p:extLst>
      <p:ext uri="{BB962C8B-B14F-4D97-AF65-F5344CB8AC3E}">
        <p14:creationId xmlns:p14="http://schemas.microsoft.com/office/powerpoint/2010/main" val="6554869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B8029-33F3-9414-AD10-00871D91AA5D}"/>
              </a:ext>
            </a:extLst>
          </p:cNvPr>
          <p:cNvSpPr>
            <a:spLocks noGrp="1"/>
          </p:cNvSpPr>
          <p:nvPr>
            <p:ph type="ctrTitle"/>
          </p:nvPr>
        </p:nvSpPr>
        <p:spPr>
          <a:xfrm>
            <a:off x="2267712" y="1408176"/>
            <a:ext cx="6400800" cy="2387600"/>
          </a:xfrm>
        </p:spPr>
        <p:txBody>
          <a:bodyPr anchor="t">
            <a:normAutofit/>
          </a:bodyPr>
          <a:lstStyle>
            <a:lvl1pPr algn="l">
              <a:lnSpc>
                <a:spcPct val="80000"/>
              </a:lnSpc>
              <a:defRPr sz="7200" cap="all" baseline="0">
                <a:solidFill>
                  <a:schemeClr val="bg1"/>
                </a:solidFill>
              </a:defRPr>
            </a:lvl1pPr>
          </a:lstStyle>
          <a:p>
            <a:r>
              <a:rPr lang="en-US" dirty="0"/>
              <a:t>Click to edit Master title style</a:t>
            </a:r>
            <a:endParaRPr lang="en-PK" dirty="0"/>
          </a:p>
        </p:txBody>
      </p:sp>
      <p:sp>
        <p:nvSpPr>
          <p:cNvPr id="3" name="Subtitle 2">
            <a:extLst>
              <a:ext uri="{FF2B5EF4-FFF2-40B4-BE49-F238E27FC236}">
                <a16:creationId xmlns:a16="http://schemas.microsoft.com/office/drawing/2014/main" id="{4F32B008-64B6-378D-9C5D-DCC8DFEBC69E}"/>
              </a:ext>
            </a:extLst>
          </p:cNvPr>
          <p:cNvSpPr>
            <a:spLocks noGrp="1"/>
          </p:cNvSpPr>
          <p:nvPr>
            <p:ph type="subTitle" idx="1"/>
          </p:nvPr>
        </p:nvSpPr>
        <p:spPr>
          <a:xfrm>
            <a:off x="3867912" y="5047488"/>
            <a:ext cx="5486400" cy="384048"/>
          </a:xfrm>
        </p:spPr>
        <p:txBody>
          <a:bodyPr/>
          <a:lstStyle>
            <a:lvl1pPr marL="0" indent="0" algn="l">
              <a:lnSpc>
                <a:spcPct val="80000"/>
              </a:lnSpc>
              <a:spcBef>
                <a:spcPts val="0"/>
              </a:spcBef>
              <a:buNone/>
              <a:defRPr sz="24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PK"/>
          </a:p>
        </p:txBody>
      </p:sp>
      <p:grpSp>
        <p:nvGrpSpPr>
          <p:cNvPr id="7" name="Group 6">
            <a:extLst>
              <a:ext uri="{FF2B5EF4-FFF2-40B4-BE49-F238E27FC236}">
                <a16:creationId xmlns:a16="http://schemas.microsoft.com/office/drawing/2014/main" id="{15444BA9-47A2-8EBA-F11F-AF833CBC1FB6}"/>
              </a:ext>
            </a:extLst>
          </p:cNvPr>
          <p:cNvGrpSpPr/>
          <p:nvPr userDrawn="1"/>
        </p:nvGrpSpPr>
        <p:grpSpPr>
          <a:xfrm>
            <a:off x="3979533" y="5801746"/>
            <a:ext cx="8221703" cy="0"/>
            <a:chOff x="3733800" y="5539861"/>
            <a:chExt cx="8221703" cy="0"/>
          </a:xfrm>
        </p:grpSpPr>
        <p:cxnSp>
          <p:nvCxnSpPr>
            <p:cNvPr id="8" name="Straight Connector 7">
              <a:extLst>
                <a:ext uri="{FF2B5EF4-FFF2-40B4-BE49-F238E27FC236}">
                  <a16:creationId xmlns:a16="http://schemas.microsoft.com/office/drawing/2014/main" id="{F7C7E957-5A54-C6BB-DBCA-B0A579E99122}"/>
                </a:ext>
              </a:extLst>
            </p:cNvPr>
            <p:cNvCxnSpPr>
              <a:cxnSpLocks/>
            </p:cNvCxnSpPr>
            <p:nvPr/>
          </p:nvCxnSpPr>
          <p:spPr>
            <a:xfrm>
              <a:off x="3733800" y="5539861"/>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75792F5-3B57-83E5-2E85-1B67A64BF570}"/>
                </a:ext>
              </a:extLst>
            </p:cNvPr>
            <p:cNvCxnSpPr>
              <a:cxnSpLocks/>
            </p:cNvCxnSpPr>
            <p:nvPr/>
          </p:nvCxnSpPr>
          <p:spPr>
            <a:xfrm>
              <a:off x="9783803" y="5539861"/>
              <a:ext cx="2171700"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806385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703BBE-23DC-E951-32B6-0E91B8089184}"/>
              </a:ext>
            </a:extLst>
          </p:cNvPr>
          <p:cNvSpPr>
            <a:spLocks noGrp="1"/>
          </p:cNvSpPr>
          <p:nvPr>
            <p:ph type="title"/>
          </p:nvPr>
        </p:nvSpPr>
        <p:spPr>
          <a:xfrm>
            <a:off x="2295144" y="1463040"/>
            <a:ext cx="7498080" cy="704088"/>
          </a:xfrm>
        </p:spPr>
        <p:txBody>
          <a:bodyPr/>
          <a:lstStyle>
            <a:lvl1pPr>
              <a:defRPr sz="5000"/>
            </a:lvl1pPr>
          </a:lstStyle>
          <a:p>
            <a:r>
              <a:rPr lang="en-US" dirty="0"/>
              <a:t>Click to edit Master title style</a:t>
            </a:r>
            <a:endParaRPr lang="en-PK" dirty="0"/>
          </a:p>
        </p:txBody>
      </p:sp>
      <p:sp>
        <p:nvSpPr>
          <p:cNvPr id="3" name="Content Placeholder 2">
            <a:extLst>
              <a:ext uri="{FF2B5EF4-FFF2-40B4-BE49-F238E27FC236}">
                <a16:creationId xmlns:a16="http://schemas.microsoft.com/office/drawing/2014/main" id="{4110836A-7452-872A-28D0-081C1338DC63}"/>
              </a:ext>
            </a:extLst>
          </p:cNvPr>
          <p:cNvSpPr>
            <a:spLocks noGrp="1"/>
          </p:cNvSpPr>
          <p:nvPr>
            <p:ph idx="1"/>
          </p:nvPr>
        </p:nvSpPr>
        <p:spPr>
          <a:xfrm>
            <a:off x="2322576" y="2953512"/>
            <a:ext cx="7470648" cy="3296563"/>
          </a:xfrm>
        </p:spPr>
        <p:txBody>
          <a:bodyPr/>
          <a:lstStyle>
            <a:lvl1pPr marL="0" indent="0">
              <a:lnSpc>
                <a:spcPct val="100000"/>
              </a:lnSpc>
              <a:spcBef>
                <a:spcPts val="0"/>
              </a:spcBef>
              <a:spcAft>
                <a:spcPts val="1500"/>
              </a:spcAft>
              <a:buNone/>
              <a:defRPr sz="2200" b="1"/>
            </a:lvl1pPr>
            <a:lvl2pPr marL="0" indent="0">
              <a:lnSpc>
                <a:spcPct val="100000"/>
              </a:lnSpc>
              <a:spcBef>
                <a:spcPts val="0"/>
              </a:spcBef>
              <a:buNone/>
              <a:defRPr sz="1600" i="1"/>
            </a:lvl2pPr>
          </a:lstStyle>
          <a:p>
            <a:pPr lvl="0"/>
            <a:r>
              <a:rPr lang="en-US" dirty="0"/>
              <a:t>Click to edit Master text styles</a:t>
            </a:r>
          </a:p>
          <a:p>
            <a:pPr lvl="1"/>
            <a:r>
              <a:rPr lang="en-US" dirty="0"/>
              <a:t>Second level</a:t>
            </a:r>
          </a:p>
          <a:p>
            <a:pPr lvl="2"/>
            <a:endParaRPr lang="en-PK" dirty="0"/>
          </a:p>
        </p:txBody>
      </p:sp>
      <p:sp>
        <p:nvSpPr>
          <p:cNvPr id="5" name="Footer Placeholder 4">
            <a:extLst>
              <a:ext uri="{FF2B5EF4-FFF2-40B4-BE49-F238E27FC236}">
                <a16:creationId xmlns:a16="http://schemas.microsoft.com/office/drawing/2014/main" id="{35E39F35-2573-69E0-B17D-B4B0F85CE77B}"/>
              </a:ext>
            </a:extLst>
          </p:cNvPr>
          <p:cNvSpPr>
            <a:spLocks noGrp="1"/>
          </p:cNvSpPr>
          <p:nvPr>
            <p:ph type="ftr" sz="quarter" idx="11"/>
          </p:nvPr>
        </p:nvSpPr>
        <p:spPr/>
        <p:txBody>
          <a:bodyPr/>
          <a:lstStyle/>
          <a:p>
            <a:r>
              <a:rPr lang="en-US" dirty="0"/>
              <a:t>Presentation title</a:t>
            </a:r>
            <a:endParaRPr lang="en-PK"/>
          </a:p>
        </p:txBody>
      </p:sp>
      <p:sp>
        <p:nvSpPr>
          <p:cNvPr id="6" name="Slide Number Placeholder 5">
            <a:extLst>
              <a:ext uri="{FF2B5EF4-FFF2-40B4-BE49-F238E27FC236}">
                <a16:creationId xmlns:a16="http://schemas.microsoft.com/office/drawing/2014/main" id="{35B5CE41-241D-72CD-1C8F-006A477B530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grpSp>
        <p:nvGrpSpPr>
          <p:cNvPr id="7" name="Group 6">
            <a:extLst>
              <a:ext uri="{FF2B5EF4-FFF2-40B4-BE49-F238E27FC236}">
                <a16:creationId xmlns:a16="http://schemas.microsoft.com/office/drawing/2014/main" id="{52789DD7-8E5F-BCF6-7A1E-0AC33BD880AC}"/>
              </a:ext>
            </a:extLst>
          </p:cNvPr>
          <p:cNvGrpSpPr/>
          <p:nvPr userDrawn="1"/>
        </p:nvGrpSpPr>
        <p:grpSpPr>
          <a:xfrm>
            <a:off x="2400300" y="2535841"/>
            <a:ext cx="9801127" cy="821"/>
            <a:chOff x="2286319" y="5546299"/>
            <a:chExt cx="9801127" cy="903"/>
          </a:xfrm>
        </p:grpSpPr>
        <p:cxnSp>
          <p:nvCxnSpPr>
            <p:cNvPr id="8" name="Straight Connector 7">
              <a:extLst>
                <a:ext uri="{FF2B5EF4-FFF2-40B4-BE49-F238E27FC236}">
                  <a16:creationId xmlns:a16="http://schemas.microsoft.com/office/drawing/2014/main" id="{D610F86C-F479-AC03-216E-DD60112AC854}"/>
                </a:ext>
              </a:extLst>
            </p:cNvPr>
            <p:cNvCxnSpPr>
              <a:cxnSpLocks/>
            </p:cNvCxnSpPr>
            <p:nvPr/>
          </p:nvCxnSpPr>
          <p:spPr>
            <a:xfrm>
              <a:off x="2286319" y="5546299"/>
              <a:ext cx="7391400" cy="0"/>
            </a:xfrm>
            <a:prstGeom prst="line">
              <a:avLst/>
            </a:prstGeom>
            <a:ln w="571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A02E8F6-3623-48C2-4F02-9472E2977FB8}"/>
                </a:ext>
              </a:extLst>
            </p:cNvPr>
            <p:cNvCxnSpPr>
              <a:cxnSpLocks/>
            </p:cNvCxnSpPr>
            <p:nvPr/>
          </p:nvCxnSpPr>
          <p:spPr>
            <a:xfrm>
              <a:off x="9676016" y="5547202"/>
              <a:ext cx="241143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2682694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F39D39-DAD0-D550-D3C7-42F702A78C3A}"/>
              </a:ext>
            </a:extLst>
          </p:cNvPr>
          <p:cNvSpPr>
            <a:spLocks noGrp="1"/>
          </p:cNvSpPr>
          <p:nvPr>
            <p:ph type="title"/>
          </p:nvPr>
        </p:nvSpPr>
        <p:spPr>
          <a:xfrm>
            <a:off x="4056992" y="1709738"/>
            <a:ext cx="7290458" cy="2852737"/>
          </a:xfrm>
        </p:spPr>
        <p:txBody>
          <a:bodyPr anchor="b"/>
          <a:lstStyle>
            <a:lvl1pPr>
              <a:defRPr sz="6000">
                <a:solidFill>
                  <a:schemeClr val="bg1"/>
                </a:solidFill>
              </a:defRPr>
            </a:lvl1pPr>
          </a:lstStyle>
          <a:p>
            <a:r>
              <a:rPr lang="en-US" dirty="0"/>
              <a:t>Click to edit Master title style</a:t>
            </a:r>
            <a:endParaRPr lang="en-PK" dirty="0"/>
          </a:p>
        </p:txBody>
      </p:sp>
      <p:sp>
        <p:nvSpPr>
          <p:cNvPr id="3" name="Text Placeholder 2">
            <a:extLst>
              <a:ext uri="{FF2B5EF4-FFF2-40B4-BE49-F238E27FC236}">
                <a16:creationId xmlns:a16="http://schemas.microsoft.com/office/drawing/2014/main" id="{8E054DFA-4C17-2AA0-0E19-8D452B73AA20}"/>
              </a:ext>
            </a:extLst>
          </p:cNvPr>
          <p:cNvSpPr>
            <a:spLocks noGrp="1"/>
          </p:cNvSpPr>
          <p:nvPr>
            <p:ph type="body" idx="1"/>
          </p:nvPr>
        </p:nvSpPr>
        <p:spPr>
          <a:xfrm>
            <a:off x="4056992" y="4589463"/>
            <a:ext cx="7290457" cy="1500187"/>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grpSp>
        <p:nvGrpSpPr>
          <p:cNvPr id="7" name="Group 6">
            <a:extLst>
              <a:ext uri="{FF2B5EF4-FFF2-40B4-BE49-F238E27FC236}">
                <a16:creationId xmlns:a16="http://schemas.microsoft.com/office/drawing/2014/main" id="{AF8D5DED-A875-4BFE-015E-C29679EC468C}"/>
              </a:ext>
            </a:extLst>
          </p:cNvPr>
          <p:cNvGrpSpPr/>
          <p:nvPr userDrawn="1"/>
        </p:nvGrpSpPr>
        <p:grpSpPr>
          <a:xfrm>
            <a:off x="3979533" y="5801746"/>
            <a:ext cx="8221703" cy="0"/>
            <a:chOff x="3733800" y="5539861"/>
            <a:chExt cx="8221703" cy="0"/>
          </a:xfrm>
        </p:grpSpPr>
        <p:cxnSp>
          <p:nvCxnSpPr>
            <p:cNvPr id="8" name="Straight Connector 7">
              <a:extLst>
                <a:ext uri="{FF2B5EF4-FFF2-40B4-BE49-F238E27FC236}">
                  <a16:creationId xmlns:a16="http://schemas.microsoft.com/office/drawing/2014/main" id="{4ED54A14-B37E-AA5D-2F7D-4530DEF3C347}"/>
                </a:ext>
              </a:extLst>
            </p:cNvPr>
            <p:cNvCxnSpPr>
              <a:cxnSpLocks/>
            </p:cNvCxnSpPr>
            <p:nvPr/>
          </p:nvCxnSpPr>
          <p:spPr>
            <a:xfrm>
              <a:off x="3733800" y="5539861"/>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611F7DB-0F8D-8E5A-0137-AD5E5B20C351}"/>
                </a:ext>
              </a:extLst>
            </p:cNvPr>
            <p:cNvCxnSpPr>
              <a:cxnSpLocks/>
            </p:cNvCxnSpPr>
            <p:nvPr/>
          </p:nvCxnSpPr>
          <p:spPr>
            <a:xfrm>
              <a:off x="9783803" y="5539861"/>
              <a:ext cx="2171700"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227190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two column dark">
    <p:bg>
      <p:bgPr>
        <a:solidFill>
          <a:schemeClr val="accent5"/>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6" name="Rectangle 5">
            <a:extLst>
              <a:ext uri="{FF2B5EF4-FFF2-40B4-BE49-F238E27FC236}">
                <a16:creationId xmlns:a16="http://schemas.microsoft.com/office/drawing/2014/main" id="{D62C33EA-A741-FA13-451C-6F35902CBDD0}"/>
              </a:ext>
            </a:extLst>
          </p:cNvPr>
          <p:cNvSpPr/>
          <p:nvPr userDrawn="1"/>
        </p:nvSpPr>
        <p:spPr>
          <a:xfrm>
            <a:off x="0" y="722376"/>
            <a:ext cx="12192000" cy="54132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cxnSp>
        <p:nvCxnSpPr>
          <p:cNvPr id="7" name="Straight Connector 6">
            <a:extLst>
              <a:ext uri="{FF2B5EF4-FFF2-40B4-BE49-F238E27FC236}">
                <a16:creationId xmlns:a16="http://schemas.microsoft.com/office/drawing/2014/main" id="{01882412-D2D4-9CF0-CD39-2EAE79B8A310}"/>
              </a:ext>
            </a:extLst>
          </p:cNvPr>
          <p:cNvCxnSpPr>
            <a:cxnSpLocks/>
          </p:cNvCxnSpPr>
          <p:nvPr userDrawn="1"/>
        </p:nvCxnSpPr>
        <p:spPr>
          <a:xfrm>
            <a:off x="4267200" y="2523744"/>
            <a:ext cx="7924800" cy="883"/>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229B6F2-011B-853F-5BA1-FA1722B6E1C8}"/>
              </a:ext>
            </a:extLst>
          </p:cNvPr>
          <p:cNvCxnSpPr>
            <a:cxnSpLocks/>
          </p:cNvCxnSpPr>
          <p:nvPr userDrawn="1"/>
        </p:nvCxnSpPr>
        <p:spPr>
          <a:xfrm>
            <a:off x="723384" y="2523744"/>
            <a:ext cx="3543816"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bg1"/>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2971800"/>
            <a:ext cx="4828032" cy="490538"/>
          </a:xfrm>
        </p:spPr>
        <p:txBody>
          <a:bodyPr/>
          <a:lstStyle>
            <a:lvl1pPr marL="0" indent="0">
              <a:lnSpc>
                <a:spcPct val="100000"/>
              </a:lnSpc>
              <a:spcBef>
                <a:spcPts val="0"/>
              </a:spcBef>
              <a:buNone/>
              <a:defRPr sz="2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36208" y="2971800"/>
            <a:ext cx="4828032" cy="490538"/>
          </a:xfrm>
        </p:spPr>
        <p:txBody>
          <a:bodyPr/>
          <a:lstStyle>
            <a:lvl1pPr marL="0" indent="0">
              <a:lnSpc>
                <a:spcPct val="100000"/>
              </a:lnSpc>
              <a:spcBef>
                <a:spcPts val="0"/>
              </a:spcBef>
              <a:buNone/>
              <a:defRPr sz="2200"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401568"/>
            <a:ext cx="5111496" cy="1682750"/>
          </a:xfrm>
        </p:spPr>
        <p:txBody>
          <a:bodyPr/>
          <a:lstStyle>
            <a:lvl1pPr marL="283464" indent="-283464">
              <a:lnSpc>
                <a:spcPct val="150000"/>
              </a:lnSpc>
              <a:spcBef>
                <a:spcPts val="0"/>
              </a:spcBef>
              <a:defRPr sz="1600">
                <a:solidFill>
                  <a:schemeClr val="bg1"/>
                </a:solidFill>
              </a:defRPr>
            </a:lvl1pPr>
            <a:lvl2pPr indent="-283464">
              <a:lnSpc>
                <a:spcPct val="150000"/>
              </a:lnSpc>
              <a:spcBef>
                <a:spcPts val="0"/>
              </a:spcBef>
              <a:defRPr sz="1600">
                <a:solidFill>
                  <a:schemeClr val="bg1"/>
                </a:solidFill>
              </a:defRPr>
            </a:lvl2pPr>
            <a:lvl3pPr indent="-283464">
              <a:lnSpc>
                <a:spcPct val="150000"/>
              </a:lnSpc>
              <a:spcBef>
                <a:spcPts val="0"/>
              </a:spcBef>
              <a:defRPr sz="1600">
                <a:solidFill>
                  <a:schemeClr val="bg1"/>
                </a:solidFill>
              </a:defRPr>
            </a:lvl3pPr>
            <a:lvl4pPr indent="-283464">
              <a:lnSpc>
                <a:spcPct val="150000"/>
              </a:lnSpc>
              <a:spcBef>
                <a:spcPts val="0"/>
              </a:spcBef>
              <a:defRPr sz="1600">
                <a:solidFill>
                  <a:schemeClr val="bg1"/>
                </a:solidFill>
              </a:defRPr>
            </a:lvl4pPr>
            <a:lvl5pPr indent="-283464">
              <a:lnSpc>
                <a:spcPct val="150000"/>
              </a:lnSpc>
              <a:spcBef>
                <a:spcPts val="0"/>
              </a:spcBef>
              <a:defRPr sz="16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401568"/>
            <a:ext cx="5111496" cy="1682750"/>
          </a:xfrm>
        </p:spPr>
        <p:txBody>
          <a:bodyPr/>
          <a:lstStyle>
            <a:lvl1pPr marL="283464" indent="-283464">
              <a:lnSpc>
                <a:spcPct val="150000"/>
              </a:lnSpc>
              <a:spcBef>
                <a:spcPts val="0"/>
              </a:spcBef>
              <a:defRPr sz="1600">
                <a:solidFill>
                  <a:schemeClr val="bg1"/>
                </a:solidFill>
              </a:defRPr>
            </a:lvl1pPr>
            <a:lvl2pPr indent="-283464">
              <a:lnSpc>
                <a:spcPct val="150000"/>
              </a:lnSpc>
              <a:spcBef>
                <a:spcPts val="0"/>
              </a:spcBef>
              <a:defRPr sz="1600">
                <a:solidFill>
                  <a:schemeClr val="bg1"/>
                </a:solidFill>
              </a:defRPr>
            </a:lvl2pPr>
            <a:lvl3pPr indent="-283464">
              <a:lnSpc>
                <a:spcPct val="150000"/>
              </a:lnSpc>
              <a:spcBef>
                <a:spcPts val="0"/>
              </a:spcBef>
              <a:defRPr sz="1600">
                <a:solidFill>
                  <a:schemeClr val="bg1"/>
                </a:solidFill>
              </a:defRPr>
            </a:lvl3pPr>
            <a:lvl4pPr indent="-283464">
              <a:lnSpc>
                <a:spcPct val="150000"/>
              </a:lnSpc>
              <a:spcBef>
                <a:spcPts val="0"/>
              </a:spcBef>
              <a:defRPr sz="1600">
                <a:solidFill>
                  <a:schemeClr val="bg1"/>
                </a:solidFill>
              </a:defRPr>
            </a:lvl4pPr>
            <a:lvl5pPr indent="-283464">
              <a:lnSpc>
                <a:spcPct val="150000"/>
              </a:lnSpc>
              <a:spcBef>
                <a:spcPts val="0"/>
              </a:spcBef>
              <a:defRPr sz="1600">
                <a:solidFill>
                  <a:schemeClr val="bg1"/>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2896112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two column light">
    <p:bg>
      <p:bgPr>
        <a:solidFill>
          <a:schemeClr val="accent6"/>
        </a:solidFill>
        <a:effectLst/>
      </p:bgPr>
    </p:bg>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6" name="Rectangle 5">
            <a:extLst>
              <a:ext uri="{FF2B5EF4-FFF2-40B4-BE49-F238E27FC236}">
                <a16:creationId xmlns:a16="http://schemas.microsoft.com/office/drawing/2014/main" id="{D62C33EA-A741-FA13-451C-6F35902CBDD0}"/>
              </a:ext>
            </a:extLst>
          </p:cNvPr>
          <p:cNvSpPr/>
          <p:nvPr userDrawn="1"/>
        </p:nvSpPr>
        <p:spPr>
          <a:xfrm>
            <a:off x="0" y="722376"/>
            <a:ext cx="12192000" cy="5413248"/>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36208"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401568"/>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401568"/>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grpSp>
        <p:nvGrpSpPr>
          <p:cNvPr id="13" name="Group 12">
            <a:extLst>
              <a:ext uri="{FF2B5EF4-FFF2-40B4-BE49-F238E27FC236}">
                <a16:creationId xmlns:a16="http://schemas.microsoft.com/office/drawing/2014/main" id="{4ED40495-D9DB-AA87-4474-68DA5D8CA88C}"/>
              </a:ext>
            </a:extLst>
          </p:cNvPr>
          <p:cNvGrpSpPr/>
          <p:nvPr userDrawn="1"/>
        </p:nvGrpSpPr>
        <p:grpSpPr>
          <a:xfrm rot="10800000">
            <a:off x="726958" y="2521655"/>
            <a:ext cx="11480808" cy="1"/>
            <a:chOff x="2077471" y="5539116"/>
            <a:chExt cx="11480808" cy="1"/>
          </a:xfrm>
        </p:grpSpPr>
        <p:cxnSp>
          <p:nvCxnSpPr>
            <p:cNvPr id="16" name="Straight Connector 15">
              <a:extLst>
                <a:ext uri="{FF2B5EF4-FFF2-40B4-BE49-F238E27FC236}">
                  <a16:creationId xmlns:a16="http://schemas.microsoft.com/office/drawing/2014/main" id="{A15A6649-BE77-6F3F-DF74-0045E0AC6025}"/>
                </a:ext>
              </a:extLst>
            </p:cNvPr>
            <p:cNvCxnSpPr>
              <a:cxnSpLocks/>
            </p:cNvCxnSpPr>
            <p:nvPr/>
          </p:nvCxnSpPr>
          <p:spPr>
            <a:xfrm>
              <a:off x="2077471" y="5539116"/>
              <a:ext cx="4755396" cy="0"/>
            </a:xfrm>
            <a:prstGeom prst="line">
              <a:avLst/>
            </a:prstGeom>
            <a:ln w="5715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BEF33DD1-C51F-9BE1-2F97-D4025B3E653D}"/>
                </a:ext>
              </a:extLst>
            </p:cNvPr>
            <p:cNvCxnSpPr>
              <a:cxnSpLocks/>
            </p:cNvCxnSpPr>
            <p:nvPr/>
          </p:nvCxnSpPr>
          <p:spPr>
            <a:xfrm>
              <a:off x="6816103" y="5539117"/>
              <a:ext cx="6742176"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058746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content dark band">
    <p:bg>
      <p:bgPr>
        <a:solidFill>
          <a:schemeClr val="accent5"/>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966E69F-7113-AC99-F7E1-A44B7D64DEF3}"/>
              </a:ext>
            </a:extLst>
          </p:cNvPr>
          <p:cNvSpPr/>
          <p:nvPr userDrawn="1"/>
        </p:nvSpPr>
        <p:spPr>
          <a:xfrm>
            <a:off x="0" y="0"/>
            <a:ext cx="12192000" cy="304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P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noProof="0"/>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lvl1pPr>
              <a:defRPr>
                <a:solidFill>
                  <a:schemeClr val="accent5"/>
                </a:solidFill>
              </a:defRPr>
            </a:lvl1p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lvl1pPr>
              <a:defRPr>
                <a:solidFill>
                  <a:schemeClr val="accent5"/>
                </a:solidFill>
              </a:defRPr>
            </a:lvl1p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03504" y="1463040"/>
            <a:ext cx="10515600" cy="575321"/>
          </a:xfrm>
        </p:spPr>
        <p:txBody>
          <a:bodyPr/>
          <a:lstStyle>
            <a:lvl1pPr>
              <a:defRPr sz="5000">
                <a:solidFill>
                  <a:schemeClr val="accent5"/>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49224" y="3483864"/>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3931920"/>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43600" y="3931920"/>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grpSp>
        <p:nvGrpSpPr>
          <p:cNvPr id="19" name="Group 18">
            <a:extLst>
              <a:ext uri="{FF2B5EF4-FFF2-40B4-BE49-F238E27FC236}">
                <a16:creationId xmlns:a16="http://schemas.microsoft.com/office/drawing/2014/main" id="{FF8CCEDA-D691-A48A-BAAF-D004EBE38E55}"/>
              </a:ext>
            </a:extLst>
          </p:cNvPr>
          <p:cNvGrpSpPr/>
          <p:nvPr userDrawn="1"/>
        </p:nvGrpSpPr>
        <p:grpSpPr>
          <a:xfrm rot="16200000" flipV="1">
            <a:off x="8764091" y="3943349"/>
            <a:ext cx="5829301" cy="0"/>
            <a:chOff x="2287349" y="55407920"/>
            <a:chExt cx="11160369" cy="0"/>
          </a:xfrm>
        </p:grpSpPr>
        <p:cxnSp>
          <p:nvCxnSpPr>
            <p:cNvPr id="20" name="Straight Connector 19">
              <a:extLst>
                <a:ext uri="{FF2B5EF4-FFF2-40B4-BE49-F238E27FC236}">
                  <a16:creationId xmlns:a16="http://schemas.microsoft.com/office/drawing/2014/main" id="{5605A0EB-A31A-D2D4-5671-D1F763493E1F}"/>
                </a:ext>
              </a:extLst>
            </p:cNvPr>
            <p:cNvCxnSpPr>
              <a:cxnSpLocks/>
            </p:cNvCxnSpPr>
            <p:nvPr/>
          </p:nvCxnSpPr>
          <p:spPr>
            <a:xfrm rot="16200000">
              <a:off x="5934529" y="51760740"/>
              <a:ext cx="0" cy="7294360"/>
            </a:xfrm>
            <a:prstGeom prst="line">
              <a:avLst/>
            </a:prstGeom>
            <a:ln w="444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FEFE03D-E00E-B4FD-6765-44E55D5FA212}"/>
                </a:ext>
              </a:extLst>
            </p:cNvPr>
            <p:cNvCxnSpPr>
              <a:cxnSpLocks/>
            </p:cNvCxnSpPr>
            <p:nvPr/>
          </p:nvCxnSpPr>
          <p:spPr>
            <a:xfrm rot="16200000">
              <a:off x="11514714" y="53474916"/>
              <a:ext cx="0" cy="3866008"/>
            </a:xfrm>
            <a:prstGeom prst="line">
              <a:avLst/>
            </a:prstGeom>
            <a:ln w="44450">
              <a:solidFill>
                <a:schemeClr val="accent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362806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ree content on the left">
    <p:bg>
      <p:bgPr>
        <a:solidFill>
          <a:schemeClr val="accent5"/>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0F5A1967-7F8F-319E-2E67-BD9E4F074B05}"/>
              </a:ext>
            </a:extLst>
          </p:cNvPr>
          <p:cNvSpPr/>
          <p:nvPr userDrawn="1"/>
        </p:nvSpPr>
        <p:spPr>
          <a:xfrm>
            <a:off x="8115301" y="0"/>
            <a:ext cx="407669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P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noProof="0">
              <a:solidFill>
                <a:schemeClr val="bg2"/>
              </a:solidFill>
            </a:endParaRPr>
          </a:p>
        </p:txBody>
      </p:sp>
      <p:grpSp>
        <p:nvGrpSpPr>
          <p:cNvPr id="19" name="Group 18">
            <a:extLst>
              <a:ext uri="{FF2B5EF4-FFF2-40B4-BE49-F238E27FC236}">
                <a16:creationId xmlns:a16="http://schemas.microsoft.com/office/drawing/2014/main" id="{52425424-7549-BE00-EA05-384DBD00F3B2}"/>
              </a:ext>
            </a:extLst>
          </p:cNvPr>
          <p:cNvGrpSpPr/>
          <p:nvPr userDrawn="1"/>
        </p:nvGrpSpPr>
        <p:grpSpPr>
          <a:xfrm>
            <a:off x="6317679" y="4564864"/>
            <a:ext cx="5858373" cy="385"/>
            <a:chOff x="5440605" y="5540787"/>
            <a:chExt cx="5858373" cy="385"/>
          </a:xfrm>
        </p:grpSpPr>
        <p:cxnSp>
          <p:nvCxnSpPr>
            <p:cNvPr id="20" name="Straight Connector 19">
              <a:extLst>
                <a:ext uri="{FF2B5EF4-FFF2-40B4-BE49-F238E27FC236}">
                  <a16:creationId xmlns:a16="http://schemas.microsoft.com/office/drawing/2014/main" id="{4D88329B-DC1A-F93F-7A3A-84FDE2989BB6}"/>
                </a:ext>
              </a:extLst>
            </p:cNvPr>
            <p:cNvCxnSpPr>
              <a:cxnSpLocks/>
            </p:cNvCxnSpPr>
            <p:nvPr/>
          </p:nvCxnSpPr>
          <p:spPr>
            <a:xfrm>
              <a:off x="5440605" y="5541172"/>
              <a:ext cx="1797621"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E7690B71-E252-7020-6DC7-F643767B2B78}"/>
                </a:ext>
              </a:extLst>
            </p:cNvPr>
            <p:cNvCxnSpPr>
              <a:cxnSpLocks/>
            </p:cNvCxnSpPr>
            <p:nvPr/>
          </p:nvCxnSpPr>
          <p:spPr>
            <a:xfrm>
              <a:off x="7237724" y="5540787"/>
              <a:ext cx="4061254"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gr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217920" y="2514600"/>
            <a:ext cx="4846320" cy="1682749"/>
          </a:xfrm>
        </p:spPr>
        <p:txBody>
          <a:bodyPr/>
          <a:lstStyle>
            <a:lvl1pPr>
              <a:lnSpc>
                <a:spcPct val="100000"/>
              </a:lnSpc>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30936" y="125272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30936" y="358444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365760" y="179222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365760" y="4123944"/>
            <a:ext cx="4754880" cy="941831"/>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
        <p:nvSpPr>
          <p:cNvPr id="22" name="Text Placeholder 10">
            <a:extLst>
              <a:ext uri="{FF2B5EF4-FFF2-40B4-BE49-F238E27FC236}">
                <a16:creationId xmlns:a16="http://schemas.microsoft.com/office/drawing/2014/main" id="{93287C28-1CA8-AEA5-1E16-BC0B1E99CD24}"/>
              </a:ext>
            </a:extLst>
          </p:cNvPr>
          <p:cNvSpPr>
            <a:spLocks noGrp="1"/>
          </p:cNvSpPr>
          <p:nvPr>
            <p:ph type="body" sz="quarter" idx="17"/>
          </p:nvPr>
        </p:nvSpPr>
        <p:spPr>
          <a:xfrm>
            <a:off x="630936" y="5065776"/>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23" name="Text Placeholder 13">
            <a:extLst>
              <a:ext uri="{FF2B5EF4-FFF2-40B4-BE49-F238E27FC236}">
                <a16:creationId xmlns:a16="http://schemas.microsoft.com/office/drawing/2014/main" id="{19920C32-5167-72B1-7B9E-709723F907CE}"/>
              </a:ext>
            </a:extLst>
          </p:cNvPr>
          <p:cNvSpPr>
            <a:spLocks noGrp="1"/>
          </p:cNvSpPr>
          <p:nvPr>
            <p:ph type="body" sz="quarter" idx="18"/>
          </p:nvPr>
        </p:nvSpPr>
        <p:spPr>
          <a:xfrm>
            <a:off x="365760" y="5605272"/>
            <a:ext cx="4754880" cy="1143254"/>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p:txBody>
      </p:sp>
    </p:spTree>
    <p:extLst>
      <p:ext uri="{BB962C8B-B14F-4D97-AF65-F5344CB8AC3E}">
        <p14:creationId xmlns:p14="http://schemas.microsoft.com/office/powerpoint/2010/main" val="37759829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on the right">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F5F7D9D8-A960-E038-84D2-764C7A50F698}"/>
              </a:ext>
            </a:extLst>
          </p:cNvPr>
          <p:cNvSpPr/>
          <p:nvPr userDrawn="1"/>
        </p:nvSpPr>
        <p:spPr>
          <a:xfrm>
            <a:off x="-12700" y="858"/>
            <a:ext cx="3060700" cy="6857142"/>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solidFill>
                <a:schemeClr val="bg1"/>
              </a:solidFill>
            </a:endParaRPr>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67512" y="1399032"/>
            <a:ext cx="4846320" cy="1682749"/>
          </a:xfrm>
        </p:spPr>
        <p:txBody>
          <a:bodyPr/>
          <a:lstStyle>
            <a:lvl1pPr>
              <a:lnSpc>
                <a:spcPct val="80000"/>
              </a:lnSpc>
              <a:defRPr sz="5000">
                <a:solidFill>
                  <a:schemeClr val="tx2"/>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245352" y="1252728"/>
            <a:ext cx="4828032" cy="490538"/>
          </a:xfrm>
        </p:spPr>
        <p:txBody>
          <a:bodyPr/>
          <a:lstStyle>
            <a:lvl1pPr marL="0" indent="0">
              <a:lnSpc>
                <a:spcPct val="15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45352" y="3502152"/>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5989320" y="179222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89320" y="3941064"/>
            <a:ext cx="4754880" cy="1682750"/>
          </a:xfrm>
        </p:spPr>
        <p:txBody>
          <a:bodyPr/>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grpSp>
        <p:nvGrpSpPr>
          <p:cNvPr id="17" name="Group 16">
            <a:extLst>
              <a:ext uri="{FF2B5EF4-FFF2-40B4-BE49-F238E27FC236}">
                <a16:creationId xmlns:a16="http://schemas.microsoft.com/office/drawing/2014/main" id="{40DF3371-342F-C17D-5A7F-EF76E89A55C5}"/>
              </a:ext>
            </a:extLst>
          </p:cNvPr>
          <p:cNvGrpSpPr/>
          <p:nvPr userDrawn="1"/>
        </p:nvGrpSpPr>
        <p:grpSpPr>
          <a:xfrm>
            <a:off x="-11882" y="3045007"/>
            <a:ext cx="4279082" cy="364"/>
            <a:chOff x="5475479" y="5537794"/>
            <a:chExt cx="4279082" cy="364"/>
          </a:xfrm>
        </p:grpSpPr>
        <p:cxnSp>
          <p:nvCxnSpPr>
            <p:cNvPr id="24" name="Straight Connector 23">
              <a:extLst>
                <a:ext uri="{FF2B5EF4-FFF2-40B4-BE49-F238E27FC236}">
                  <a16:creationId xmlns:a16="http://schemas.microsoft.com/office/drawing/2014/main" id="{84369914-5489-3EA1-5419-F83F6C7A150D}"/>
                </a:ext>
              </a:extLst>
            </p:cNvPr>
            <p:cNvCxnSpPr>
              <a:cxnSpLocks/>
            </p:cNvCxnSpPr>
            <p:nvPr/>
          </p:nvCxnSpPr>
          <p:spPr>
            <a:xfrm>
              <a:off x="5475479" y="5537976"/>
              <a:ext cx="3060700"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BDE23CC-0B75-F3A6-1882-265BF90D4AA1}"/>
                </a:ext>
              </a:extLst>
            </p:cNvPr>
            <p:cNvCxnSpPr>
              <a:cxnSpLocks/>
            </p:cNvCxnSpPr>
            <p:nvPr/>
          </p:nvCxnSpPr>
          <p:spPr>
            <a:xfrm flipV="1">
              <a:off x="8537690" y="5537794"/>
              <a:ext cx="1216871" cy="364"/>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9097728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wo content on the right dark">
    <p:bg>
      <p:bgPr>
        <a:solidFill>
          <a:schemeClr val="accent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749AEB6-4539-A203-D085-8EBE329C08E0}"/>
              </a:ext>
            </a:extLst>
          </p:cNvPr>
          <p:cNvSpPr/>
          <p:nvPr userDrawn="1"/>
        </p:nvSpPr>
        <p:spPr>
          <a:xfrm>
            <a:off x="3962399" y="858"/>
            <a:ext cx="8271641" cy="685714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noProof="0">
              <a:solidFill>
                <a:schemeClr val="tx2"/>
              </a:solidFill>
            </a:endParaRPr>
          </a:p>
        </p:txBody>
      </p:sp>
      <p:sp>
        <p:nvSpPr>
          <p:cNvPr id="4" name="Footer Placeholder 3">
            <a:extLst>
              <a:ext uri="{FF2B5EF4-FFF2-40B4-BE49-F238E27FC236}">
                <a16:creationId xmlns:a16="http://schemas.microsoft.com/office/drawing/2014/main" id="{BA0C7E2C-83B2-58E9-DE90-AB1857F1A170}"/>
              </a:ext>
            </a:extLst>
          </p:cNvPr>
          <p:cNvSpPr>
            <a:spLocks noGrp="1"/>
          </p:cNvSpPr>
          <p:nvPr>
            <p:ph type="ftr" sz="quarter" idx="11"/>
          </p:nvPr>
        </p:nvSpPr>
        <p:spPr/>
        <p:txBody>
          <a:bodyPr/>
          <a:lstStyle/>
          <a:p>
            <a:r>
              <a:rPr lang="en-US" noProof="0"/>
              <a:t>Presentation title</a:t>
            </a:r>
          </a:p>
        </p:txBody>
      </p:sp>
      <p:sp>
        <p:nvSpPr>
          <p:cNvPr id="5" name="Slide Number Placeholder 4">
            <a:extLst>
              <a:ext uri="{FF2B5EF4-FFF2-40B4-BE49-F238E27FC236}">
                <a16:creationId xmlns:a16="http://schemas.microsoft.com/office/drawing/2014/main" id="{F487B4A1-AE7C-A6CC-7143-5EC918D662F7}"/>
              </a:ext>
            </a:extLst>
          </p:cNvPr>
          <p:cNvSpPr>
            <a:spLocks noGrp="1"/>
          </p:cNvSpPr>
          <p:nvPr>
            <p:ph type="sldNum" sz="quarter" idx="12"/>
          </p:nvPr>
        </p:nvSpPr>
        <p:spPr/>
        <p:txBody>
          <a:bodyPr/>
          <a:lstStyle>
            <a:lvl1pPr>
              <a:defRPr>
                <a:solidFill>
                  <a:schemeClr val="bg1"/>
                </a:solidFill>
              </a:defRPr>
            </a:lvl1pPr>
          </a:lstStyle>
          <a:p>
            <a:fld id="{5BFCF61C-3B18-4C03-8326-CC3B32D710C9}" type="slidenum">
              <a:rPr lang="en-US" noProof="0" smtClean="0"/>
              <a:pPr/>
              <a:t>‹#›</a:t>
            </a:fld>
            <a:endParaRPr lang="en-US" noProof="0"/>
          </a:p>
        </p:txBody>
      </p:sp>
      <p:sp>
        <p:nvSpPr>
          <p:cNvPr id="9" name="Title 8">
            <a:extLst>
              <a:ext uri="{FF2B5EF4-FFF2-40B4-BE49-F238E27FC236}">
                <a16:creationId xmlns:a16="http://schemas.microsoft.com/office/drawing/2014/main" id="{A78715BA-7A66-D464-AAEF-141988B8718B}"/>
              </a:ext>
            </a:extLst>
          </p:cNvPr>
          <p:cNvSpPr>
            <a:spLocks noGrp="1"/>
          </p:cNvSpPr>
          <p:nvPr>
            <p:ph type="title"/>
          </p:nvPr>
        </p:nvSpPr>
        <p:spPr>
          <a:xfrm>
            <a:off x="667512" y="1399032"/>
            <a:ext cx="4846320" cy="1682749"/>
          </a:xfrm>
        </p:spPr>
        <p:txBody>
          <a:bodyPr/>
          <a:lstStyle>
            <a:lvl1pPr>
              <a:lnSpc>
                <a:spcPct val="80000"/>
              </a:lnSpc>
              <a:defRPr sz="5000">
                <a:solidFill>
                  <a:schemeClr val="accent4"/>
                </a:solidFill>
              </a:defRPr>
            </a:lvl1pPr>
          </a:lstStyle>
          <a:p>
            <a:r>
              <a:rPr lang="en-US" noProof="0"/>
              <a:t>Click to edit Master title style</a:t>
            </a:r>
          </a:p>
        </p:txBody>
      </p:sp>
      <p:sp>
        <p:nvSpPr>
          <p:cNvPr id="11" name="Text Placeholder 10">
            <a:extLst>
              <a:ext uri="{FF2B5EF4-FFF2-40B4-BE49-F238E27FC236}">
                <a16:creationId xmlns:a16="http://schemas.microsoft.com/office/drawing/2014/main" id="{3D0BF4BF-3C7C-C67F-B6EE-805EC95EF8CA}"/>
              </a:ext>
            </a:extLst>
          </p:cNvPr>
          <p:cNvSpPr>
            <a:spLocks noGrp="1"/>
          </p:cNvSpPr>
          <p:nvPr>
            <p:ph type="body" sz="quarter" idx="13"/>
          </p:nvPr>
        </p:nvSpPr>
        <p:spPr>
          <a:xfrm>
            <a:off x="6245352" y="1353312"/>
            <a:ext cx="4828032" cy="490538"/>
          </a:xfrm>
        </p:spPr>
        <p:txBody>
          <a:bodyPr/>
          <a:lstStyle>
            <a:lvl1pPr marL="0" indent="0">
              <a:lnSpc>
                <a:spcPct val="100000"/>
              </a:lnSpc>
              <a:spcBef>
                <a:spcPts val="0"/>
              </a:spcBef>
              <a:buNone/>
              <a:defRPr sz="2200" b="1">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2" name="Text Placeholder 10">
            <a:extLst>
              <a:ext uri="{FF2B5EF4-FFF2-40B4-BE49-F238E27FC236}">
                <a16:creationId xmlns:a16="http://schemas.microsoft.com/office/drawing/2014/main" id="{BA37E40B-957E-C00E-3B34-1B67D341A771}"/>
              </a:ext>
            </a:extLst>
          </p:cNvPr>
          <p:cNvSpPr>
            <a:spLocks noGrp="1"/>
          </p:cNvSpPr>
          <p:nvPr>
            <p:ph type="body" sz="quarter" idx="14"/>
          </p:nvPr>
        </p:nvSpPr>
        <p:spPr>
          <a:xfrm>
            <a:off x="6245352" y="3502152"/>
            <a:ext cx="4828032" cy="490538"/>
          </a:xfrm>
        </p:spPr>
        <p:txBody>
          <a:bodyPr/>
          <a:lstStyle>
            <a:lvl1pPr marL="0" indent="0">
              <a:lnSpc>
                <a:spcPct val="100000"/>
              </a:lnSpc>
              <a:spcBef>
                <a:spcPts val="0"/>
              </a:spcBef>
              <a:buNone/>
              <a:defRPr sz="2200" b="1">
                <a:solidFill>
                  <a:schemeClr val="accent5"/>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EF15CD76-2DD5-DB8A-37D3-6098A50870D0}"/>
              </a:ext>
            </a:extLst>
          </p:cNvPr>
          <p:cNvSpPr>
            <a:spLocks noGrp="1"/>
          </p:cNvSpPr>
          <p:nvPr>
            <p:ph type="body" sz="quarter" idx="15"/>
          </p:nvPr>
        </p:nvSpPr>
        <p:spPr>
          <a:xfrm>
            <a:off x="5971032" y="1792224"/>
            <a:ext cx="4754880" cy="1682750"/>
          </a:xfrm>
        </p:spPr>
        <p:txBody>
          <a:bodyPr/>
          <a:lstStyle>
            <a:lvl1pPr marL="283464" indent="-283464">
              <a:lnSpc>
                <a:spcPct val="150000"/>
              </a:lnSpc>
              <a:spcBef>
                <a:spcPts val="0"/>
              </a:spcBef>
              <a:defRPr sz="1600">
                <a:solidFill>
                  <a:schemeClr val="accent5"/>
                </a:solidFill>
              </a:defRPr>
            </a:lvl1pPr>
            <a:lvl2pPr indent="-283464">
              <a:lnSpc>
                <a:spcPct val="150000"/>
              </a:lnSpc>
              <a:spcBef>
                <a:spcPts val="0"/>
              </a:spcBef>
              <a:defRPr sz="1600">
                <a:solidFill>
                  <a:schemeClr val="accent5"/>
                </a:solidFill>
              </a:defRPr>
            </a:lvl2pPr>
            <a:lvl3pPr indent="-283464">
              <a:lnSpc>
                <a:spcPct val="150000"/>
              </a:lnSpc>
              <a:spcBef>
                <a:spcPts val="0"/>
              </a:spcBef>
              <a:defRPr sz="1600">
                <a:solidFill>
                  <a:schemeClr val="accent5"/>
                </a:solidFill>
              </a:defRPr>
            </a:lvl3pPr>
            <a:lvl4pPr indent="-283464">
              <a:lnSpc>
                <a:spcPct val="150000"/>
              </a:lnSpc>
              <a:spcBef>
                <a:spcPts val="0"/>
              </a:spcBef>
              <a:defRPr sz="1600">
                <a:solidFill>
                  <a:schemeClr val="accent5"/>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7A044E0-660B-4002-E13C-F00498E49782}"/>
              </a:ext>
            </a:extLst>
          </p:cNvPr>
          <p:cNvSpPr>
            <a:spLocks noGrp="1"/>
          </p:cNvSpPr>
          <p:nvPr>
            <p:ph type="body" sz="quarter" idx="16"/>
          </p:nvPr>
        </p:nvSpPr>
        <p:spPr>
          <a:xfrm>
            <a:off x="5971032" y="3941064"/>
            <a:ext cx="4754880" cy="1682750"/>
          </a:xfrm>
        </p:spPr>
        <p:txBody>
          <a:bodyPr/>
          <a:lstStyle>
            <a:lvl1pPr marL="283464" indent="-283464">
              <a:lnSpc>
                <a:spcPct val="150000"/>
              </a:lnSpc>
              <a:spcBef>
                <a:spcPts val="0"/>
              </a:spcBef>
              <a:defRPr sz="1600">
                <a:solidFill>
                  <a:schemeClr val="accent5"/>
                </a:solidFill>
              </a:defRPr>
            </a:lvl1pPr>
            <a:lvl2pPr indent="-283464">
              <a:lnSpc>
                <a:spcPct val="150000"/>
              </a:lnSpc>
              <a:spcBef>
                <a:spcPts val="0"/>
              </a:spcBef>
              <a:defRPr sz="1600">
                <a:solidFill>
                  <a:schemeClr val="accent5"/>
                </a:solidFill>
              </a:defRPr>
            </a:lvl2pPr>
            <a:lvl3pPr indent="-283464">
              <a:lnSpc>
                <a:spcPct val="150000"/>
              </a:lnSpc>
              <a:spcBef>
                <a:spcPts val="0"/>
              </a:spcBef>
              <a:defRPr sz="1600">
                <a:solidFill>
                  <a:schemeClr val="accent5"/>
                </a:solidFill>
              </a:defRPr>
            </a:lvl3pPr>
            <a:lvl4pPr indent="-283464">
              <a:lnSpc>
                <a:spcPct val="150000"/>
              </a:lnSpc>
              <a:spcBef>
                <a:spcPts val="0"/>
              </a:spcBef>
              <a:defRPr sz="1600">
                <a:solidFill>
                  <a:schemeClr val="accent5"/>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grpSp>
        <p:nvGrpSpPr>
          <p:cNvPr id="17" name="Group 16">
            <a:extLst>
              <a:ext uri="{FF2B5EF4-FFF2-40B4-BE49-F238E27FC236}">
                <a16:creationId xmlns:a16="http://schemas.microsoft.com/office/drawing/2014/main" id="{0D78A0CF-0A37-4436-67C4-B32FD7703E96}"/>
              </a:ext>
            </a:extLst>
          </p:cNvPr>
          <p:cNvGrpSpPr/>
          <p:nvPr userDrawn="1"/>
        </p:nvGrpSpPr>
        <p:grpSpPr>
          <a:xfrm>
            <a:off x="-28308" y="2514621"/>
            <a:ext cx="5666632" cy="0"/>
            <a:chOff x="5464255" y="5541151"/>
            <a:chExt cx="5666632" cy="0"/>
          </a:xfrm>
        </p:grpSpPr>
        <p:cxnSp>
          <p:nvCxnSpPr>
            <p:cNvPr id="24" name="Straight Connector 23">
              <a:extLst>
                <a:ext uri="{FF2B5EF4-FFF2-40B4-BE49-F238E27FC236}">
                  <a16:creationId xmlns:a16="http://schemas.microsoft.com/office/drawing/2014/main" id="{8FC6D8A4-CA31-16C2-95B7-B98F65F29A69}"/>
                </a:ext>
              </a:extLst>
            </p:cNvPr>
            <p:cNvCxnSpPr>
              <a:cxnSpLocks/>
            </p:cNvCxnSpPr>
            <p:nvPr/>
          </p:nvCxnSpPr>
          <p:spPr>
            <a:xfrm>
              <a:off x="5464255" y="5541151"/>
              <a:ext cx="3991534" cy="0"/>
            </a:xfrm>
            <a:prstGeom prst="line">
              <a:avLst/>
            </a:prstGeom>
            <a:ln w="5715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2097A8D-64FC-CDBD-4497-5E32BC6AF9C2}"/>
                </a:ext>
              </a:extLst>
            </p:cNvPr>
            <p:cNvCxnSpPr>
              <a:cxnSpLocks/>
            </p:cNvCxnSpPr>
            <p:nvPr/>
          </p:nvCxnSpPr>
          <p:spPr>
            <a:xfrm>
              <a:off x="9454487" y="5541151"/>
              <a:ext cx="1676400"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81931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DACF6E0F-D722-BAD9-C6AD-9A11DAE47EC0}"/>
              </a:ext>
            </a:extLst>
          </p:cNvPr>
          <p:cNvSpPr>
            <a:spLocks noGrp="1"/>
          </p:cNvSpPr>
          <p:nvPr>
            <p:ph type="ftr" sz="quarter" idx="11"/>
          </p:nvPr>
        </p:nvSpPr>
        <p:spPr/>
        <p:txBody>
          <a:bodyPr/>
          <a:lstStyle/>
          <a:p>
            <a:r>
              <a:rPr lang="en-US" noProof="0"/>
              <a:t>Presentation title</a:t>
            </a:r>
          </a:p>
        </p:txBody>
      </p:sp>
      <p:sp>
        <p:nvSpPr>
          <p:cNvPr id="7" name="Slide Number Placeholder 6">
            <a:extLst>
              <a:ext uri="{FF2B5EF4-FFF2-40B4-BE49-F238E27FC236}">
                <a16:creationId xmlns:a16="http://schemas.microsoft.com/office/drawing/2014/main" id="{61160B7A-B490-F67E-2740-38CA3A98769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8" name="Title 1">
            <a:extLst>
              <a:ext uri="{FF2B5EF4-FFF2-40B4-BE49-F238E27FC236}">
                <a16:creationId xmlns:a16="http://schemas.microsoft.com/office/drawing/2014/main" id="{814A6C9A-83F0-5E94-8A5B-89CB08282C38}"/>
              </a:ext>
            </a:extLst>
          </p:cNvPr>
          <p:cNvSpPr>
            <a:spLocks noGrp="1"/>
          </p:cNvSpPr>
          <p:nvPr>
            <p:ph type="title"/>
          </p:nvPr>
        </p:nvSpPr>
        <p:spPr>
          <a:xfrm>
            <a:off x="2295144" y="1463040"/>
            <a:ext cx="7498080" cy="704088"/>
          </a:xfrm>
        </p:spPr>
        <p:txBody>
          <a:bodyPr/>
          <a:lstStyle>
            <a:lvl1pPr>
              <a:defRPr sz="5000"/>
            </a:lvl1pPr>
          </a:lstStyle>
          <a:p>
            <a:r>
              <a:rPr lang="en-US" noProof="0"/>
              <a:t>Click to edit Master title style</a:t>
            </a:r>
          </a:p>
        </p:txBody>
      </p:sp>
      <p:grpSp>
        <p:nvGrpSpPr>
          <p:cNvPr id="9" name="Group 8">
            <a:extLst>
              <a:ext uri="{FF2B5EF4-FFF2-40B4-BE49-F238E27FC236}">
                <a16:creationId xmlns:a16="http://schemas.microsoft.com/office/drawing/2014/main" id="{52784B99-8374-AA22-4161-578F9BF77E2B}"/>
              </a:ext>
            </a:extLst>
          </p:cNvPr>
          <p:cNvGrpSpPr/>
          <p:nvPr userDrawn="1"/>
        </p:nvGrpSpPr>
        <p:grpSpPr>
          <a:xfrm>
            <a:off x="2400300" y="2535841"/>
            <a:ext cx="9801127" cy="821"/>
            <a:chOff x="2286319" y="5546299"/>
            <a:chExt cx="9801127" cy="903"/>
          </a:xfrm>
        </p:grpSpPr>
        <p:cxnSp>
          <p:nvCxnSpPr>
            <p:cNvPr id="10" name="Straight Connector 9">
              <a:extLst>
                <a:ext uri="{FF2B5EF4-FFF2-40B4-BE49-F238E27FC236}">
                  <a16:creationId xmlns:a16="http://schemas.microsoft.com/office/drawing/2014/main" id="{F0F45B19-145D-7398-7A64-A88B28251AAD}"/>
                </a:ext>
              </a:extLst>
            </p:cNvPr>
            <p:cNvCxnSpPr>
              <a:cxnSpLocks/>
            </p:cNvCxnSpPr>
            <p:nvPr/>
          </p:nvCxnSpPr>
          <p:spPr>
            <a:xfrm>
              <a:off x="2286319" y="5546299"/>
              <a:ext cx="7391400" cy="0"/>
            </a:xfrm>
            <a:prstGeom prst="line">
              <a:avLst/>
            </a:prstGeom>
            <a:ln w="57150">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0029EB3C-D7BA-1FCE-3158-8F1116C6F5BE}"/>
                </a:ext>
              </a:extLst>
            </p:cNvPr>
            <p:cNvCxnSpPr>
              <a:cxnSpLocks/>
            </p:cNvCxnSpPr>
            <p:nvPr/>
          </p:nvCxnSpPr>
          <p:spPr>
            <a:xfrm>
              <a:off x="9676016" y="5547202"/>
              <a:ext cx="241143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2" name="Text Placeholder 10">
            <a:extLst>
              <a:ext uri="{FF2B5EF4-FFF2-40B4-BE49-F238E27FC236}">
                <a16:creationId xmlns:a16="http://schemas.microsoft.com/office/drawing/2014/main" id="{F8F78388-68BC-0124-C243-36D5B5DC78E6}"/>
              </a:ext>
            </a:extLst>
          </p:cNvPr>
          <p:cNvSpPr>
            <a:spLocks noGrp="1"/>
          </p:cNvSpPr>
          <p:nvPr>
            <p:ph type="body" sz="quarter" idx="13"/>
          </p:nvPr>
        </p:nvSpPr>
        <p:spPr>
          <a:xfrm>
            <a:off x="2322576" y="2971800"/>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3" name="Text Placeholder 10">
            <a:extLst>
              <a:ext uri="{FF2B5EF4-FFF2-40B4-BE49-F238E27FC236}">
                <a16:creationId xmlns:a16="http://schemas.microsoft.com/office/drawing/2014/main" id="{D7FBEF6F-7749-849E-36C5-CC056F30711F}"/>
              </a:ext>
            </a:extLst>
          </p:cNvPr>
          <p:cNvSpPr>
            <a:spLocks noGrp="1"/>
          </p:cNvSpPr>
          <p:nvPr>
            <p:ph type="body" sz="quarter" idx="14"/>
          </p:nvPr>
        </p:nvSpPr>
        <p:spPr>
          <a:xfrm>
            <a:off x="2322576" y="4443984"/>
            <a:ext cx="4828032" cy="490538"/>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noProof="0"/>
              <a:t>Click to edit Master text styles</a:t>
            </a:r>
          </a:p>
        </p:txBody>
      </p:sp>
      <p:sp>
        <p:nvSpPr>
          <p:cNvPr id="14" name="Text Placeholder 13">
            <a:extLst>
              <a:ext uri="{FF2B5EF4-FFF2-40B4-BE49-F238E27FC236}">
                <a16:creationId xmlns:a16="http://schemas.microsoft.com/office/drawing/2014/main" id="{8A350182-DD59-73E2-C20A-4B5FE6715444}"/>
              </a:ext>
            </a:extLst>
          </p:cNvPr>
          <p:cNvSpPr>
            <a:spLocks noGrp="1"/>
          </p:cNvSpPr>
          <p:nvPr>
            <p:ph type="body" sz="quarter" idx="15"/>
          </p:nvPr>
        </p:nvSpPr>
        <p:spPr>
          <a:xfrm>
            <a:off x="2020824" y="3401568"/>
            <a:ext cx="8379220" cy="975260"/>
          </a:xfrm>
        </p:spPr>
        <p:txBody>
          <a:bodyPr numCol="2"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
        <p:nvSpPr>
          <p:cNvPr id="15" name="Text Placeholder 13">
            <a:extLst>
              <a:ext uri="{FF2B5EF4-FFF2-40B4-BE49-F238E27FC236}">
                <a16:creationId xmlns:a16="http://schemas.microsoft.com/office/drawing/2014/main" id="{5E14A588-A920-9AE0-A268-A008EAF6FCBA}"/>
              </a:ext>
            </a:extLst>
          </p:cNvPr>
          <p:cNvSpPr>
            <a:spLocks noGrp="1"/>
          </p:cNvSpPr>
          <p:nvPr>
            <p:ph type="body" sz="quarter" idx="16"/>
          </p:nvPr>
        </p:nvSpPr>
        <p:spPr>
          <a:xfrm>
            <a:off x="2020824" y="4901184"/>
            <a:ext cx="8379220" cy="975260"/>
          </a:xfrm>
        </p:spPr>
        <p:txBody>
          <a:bodyPr numCol="2"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p:txBody>
      </p:sp>
    </p:spTree>
    <p:extLst>
      <p:ext uri="{BB962C8B-B14F-4D97-AF65-F5344CB8AC3E}">
        <p14:creationId xmlns:p14="http://schemas.microsoft.com/office/powerpoint/2010/main" val="17890225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hree Content">
    <p:bg>
      <p:bgPr>
        <a:solidFill>
          <a:schemeClr val="accent3">
            <a:lumMod val="60000"/>
            <a:lumOff val="40000"/>
          </a:schemeClr>
        </a:solidFill>
        <a:effectLst/>
      </p:bgPr>
    </p:bg>
    <p:spTree>
      <p:nvGrpSpPr>
        <p:cNvPr id="1" name=""/>
        <p:cNvGrpSpPr/>
        <p:nvPr/>
      </p:nvGrpSpPr>
      <p:grpSpPr>
        <a:xfrm>
          <a:off x="0" y="0"/>
          <a:ext cx="0" cy="0"/>
          <a:chOff x="0" y="0"/>
          <a:chExt cx="0" cy="0"/>
        </a:xfrm>
      </p:grpSpPr>
      <p:sp>
        <p:nvSpPr>
          <p:cNvPr id="6" name="Footer Placeholder 5">
            <a:extLst>
              <a:ext uri="{FF2B5EF4-FFF2-40B4-BE49-F238E27FC236}">
                <a16:creationId xmlns:a16="http://schemas.microsoft.com/office/drawing/2014/main" id="{DACF6E0F-D722-BAD9-C6AD-9A11DAE47EC0}"/>
              </a:ext>
            </a:extLst>
          </p:cNvPr>
          <p:cNvSpPr>
            <a:spLocks noGrp="1"/>
          </p:cNvSpPr>
          <p:nvPr>
            <p:ph type="ftr" sz="quarter" idx="11"/>
          </p:nvPr>
        </p:nvSpPr>
        <p:spPr/>
        <p:txBody>
          <a:bodyPr/>
          <a:lstStyle/>
          <a:p>
            <a:r>
              <a:rPr lang="en-US" dirty="0"/>
              <a:t>Presentation title</a:t>
            </a:r>
            <a:endParaRPr lang="en-PK"/>
          </a:p>
        </p:txBody>
      </p:sp>
      <p:sp>
        <p:nvSpPr>
          <p:cNvPr id="7" name="Slide Number Placeholder 6">
            <a:extLst>
              <a:ext uri="{FF2B5EF4-FFF2-40B4-BE49-F238E27FC236}">
                <a16:creationId xmlns:a16="http://schemas.microsoft.com/office/drawing/2014/main" id="{61160B7A-B490-F67E-2740-38CA3A98769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8" name="Title 1">
            <a:extLst>
              <a:ext uri="{FF2B5EF4-FFF2-40B4-BE49-F238E27FC236}">
                <a16:creationId xmlns:a16="http://schemas.microsoft.com/office/drawing/2014/main" id="{814A6C9A-83F0-5E94-8A5B-89CB08282C38}"/>
              </a:ext>
            </a:extLst>
          </p:cNvPr>
          <p:cNvSpPr>
            <a:spLocks noGrp="1"/>
          </p:cNvSpPr>
          <p:nvPr>
            <p:ph type="title"/>
          </p:nvPr>
        </p:nvSpPr>
        <p:spPr>
          <a:xfrm>
            <a:off x="603504" y="1463040"/>
            <a:ext cx="10871708" cy="704088"/>
          </a:xfrm>
        </p:spPr>
        <p:txBody>
          <a:bodyPr/>
          <a:lstStyle>
            <a:lvl1pPr>
              <a:defRPr sz="5000"/>
            </a:lvl1pPr>
          </a:lstStyle>
          <a:p>
            <a:r>
              <a:rPr lang="en-US" dirty="0"/>
              <a:t>Click to edit Master title style</a:t>
            </a:r>
            <a:endParaRPr lang="en-PK" dirty="0"/>
          </a:p>
        </p:txBody>
      </p:sp>
      <p:sp>
        <p:nvSpPr>
          <p:cNvPr id="12" name="Text Placeholder 10">
            <a:extLst>
              <a:ext uri="{FF2B5EF4-FFF2-40B4-BE49-F238E27FC236}">
                <a16:creationId xmlns:a16="http://schemas.microsoft.com/office/drawing/2014/main" id="{F8F78388-68BC-0124-C243-36D5B5DC78E6}"/>
              </a:ext>
            </a:extLst>
          </p:cNvPr>
          <p:cNvSpPr>
            <a:spLocks noGrp="1"/>
          </p:cNvSpPr>
          <p:nvPr>
            <p:ph type="body" sz="quarter" idx="13"/>
          </p:nvPr>
        </p:nvSpPr>
        <p:spPr>
          <a:xfrm>
            <a:off x="649224"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3" name="Text Placeholder 10">
            <a:extLst>
              <a:ext uri="{FF2B5EF4-FFF2-40B4-BE49-F238E27FC236}">
                <a16:creationId xmlns:a16="http://schemas.microsoft.com/office/drawing/2014/main" id="{D7FBEF6F-7749-849E-36C5-CC056F30711F}"/>
              </a:ext>
            </a:extLst>
          </p:cNvPr>
          <p:cNvSpPr>
            <a:spLocks noGrp="1"/>
          </p:cNvSpPr>
          <p:nvPr>
            <p:ph type="body" sz="quarter" idx="14"/>
          </p:nvPr>
        </p:nvSpPr>
        <p:spPr>
          <a:xfrm>
            <a:off x="4334256"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14" name="Text Placeholder 13">
            <a:extLst>
              <a:ext uri="{FF2B5EF4-FFF2-40B4-BE49-F238E27FC236}">
                <a16:creationId xmlns:a16="http://schemas.microsoft.com/office/drawing/2014/main" id="{8A350182-DD59-73E2-C20A-4B5FE6715444}"/>
              </a:ext>
            </a:extLst>
          </p:cNvPr>
          <p:cNvSpPr>
            <a:spLocks noGrp="1"/>
          </p:cNvSpPr>
          <p:nvPr>
            <p:ph type="body" sz="quarter" idx="15"/>
          </p:nvPr>
        </p:nvSpPr>
        <p:spPr>
          <a:xfrm>
            <a:off x="365760"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15" name="Text Placeholder 13">
            <a:extLst>
              <a:ext uri="{FF2B5EF4-FFF2-40B4-BE49-F238E27FC236}">
                <a16:creationId xmlns:a16="http://schemas.microsoft.com/office/drawing/2014/main" id="{5E14A588-A920-9AE0-A268-A008EAF6FCBA}"/>
              </a:ext>
            </a:extLst>
          </p:cNvPr>
          <p:cNvSpPr>
            <a:spLocks noGrp="1"/>
          </p:cNvSpPr>
          <p:nvPr>
            <p:ph type="body" sz="quarter" idx="16"/>
          </p:nvPr>
        </p:nvSpPr>
        <p:spPr>
          <a:xfrm>
            <a:off x="4005072"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grpSp>
        <p:nvGrpSpPr>
          <p:cNvPr id="16" name="Group 15">
            <a:extLst>
              <a:ext uri="{FF2B5EF4-FFF2-40B4-BE49-F238E27FC236}">
                <a16:creationId xmlns:a16="http://schemas.microsoft.com/office/drawing/2014/main" id="{B8221A12-8B19-605A-2244-2D732269C955}"/>
              </a:ext>
            </a:extLst>
          </p:cNvPr>
          <p:cNvGrpSpPr/>
          <p:nvPr userDrawn="1"/>
        </p:nvGrpSpPr>
        <p:grpSpPr>
          <a:xfrm>
            <a:off x="716788" y="2527173"/>
            <a:ext cx="10758424" cy="1564"/>
            <a:chOff x="2792270" y="5541172"/>
            <a:chExt cx="11391900" cy="158"/>
          </a:xfrm>
        </p:grpSpPr>
        <p:cxnSp>
          <p:nvCxnSpPr>
            <p:cNvPr id="17" name="Straight Connector 16">
              <a:extLst>
                <a:ext uri="{FF2B5EF4-FFF2-40B4-BE49-F238E27FC236}">
                  <a16:creationId xmlns:a16="http://schemas.microsoft.com/office/drawing/2014/main" id="{A86C500B-5A93-298F-7CEF-ED445452E460}"/>
                </a:ext>
              </a:extLst>
            </p:cNvPr>
            <p:cNvCxnSpPr>
              <a:cxnSpLocks/>
            </p:cNvCxnSpPr>
            <p:nvPr/>
          </p:nvCxnSpPr>
          <p:spPr>
            <a:xfrm>
              <a:off x="2792270" y="5541172"/>
              <a:ext cx="6760464" cy="0"/>
            </a:xfrm>
            <a:prstGeom prst="line">
              <a:avLst/>
            </a:prstGeom>
            <a:ln w="57150">
              <a:solidFill>
                <a:schemeClr val="accent5"/>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7A559BC-EF4A-29D4-CF56-6425516A5D91}"/>
                </a:ext>
              </a:extLst>
            </p:cNvPr>
            <p:cNvCxnSpPr>
              <a:cxnSpLocks/>
            </p:cNvCxnSpPr>
            <p:nvPr/>
          </p:nvCxnSpPr>
          <p:spPr>
            <a:xfrm>
              <a:off x="9552734" y="5541330"/>
              <a:ext cx="4631436"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9" name="Text Placeholder 10">
            <a:extLst>
              <a:ext uri="{FF2B5EF4-FFF2-40B4-BE49-F238E27FC236}">
                <a16:creationId xmlns:a16="http://schemas.microsoft.com/office/drawing/2014/main" id="{D2D34186-8505-57AE-F518-0C83BF1C06C9}"/>
              </a:ext>
            </a:extLst>
          </p:cNvPr>
          <p:cNvSpPr>
            <a:spLocks noGrp="1"/>
          </p:cNvSpPr>
          <p:nvPr>
            <p:ph type="body" sz="quarter" idx="17"/>
          </p:nvPr>
        </p:nvSpPr>
        <p:spPr>
          <a:xfrm>
            <a:off x="8266176" y="2980944"/>
            <a:ext cx="3282696" cy="1106424"/>
          </a:xfrm>
        </p:spPr>
        <p:txBody>
          <a:bodyPr/>
          <a:lstStyle>
            <a:lvl1pPr marL="0" indent="0">
              <a:lnSpc>
                <a:spcPct val="100000"/>
              </a:lnSpc>
              <a:spcBef>
                <a:spcPts val="0"/>
              </a:spcBef>
              <a:buNone/>
              <a:defRPr sz="2200" b="1">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p:txBody>
      </p:sp>
      <p:sp>
        <p:nvSpPr>
          <p:cNvPr id="20" name="Text Placeholder 13">
            <a:extLst>
              <a:ext uri="{FF2B5EF4-FFF2-40B4-BE49-F238E27FC236}">
                <a16:creationId xmlns:a16="http://schemas.microsoft.com/office/drawing/2014/main" id="{ABE767DA-9D93-94AD-D34D-2B8A51A76645}"/>
              </a:ext>
            </a:extLst>
          </p:cNvPr>
          <p:cNvSpPr>
            <a:spLocks noGrp="1"/>
          </p:cNvSpPr>
          <p:nvPr>
            <p:ph type="body" sz="quarter" idx="18"/>
          </p:nvPr>
        </p:nvSpPr>
        <p:spPr>
          <a:xfrm>
            <a:off x="7973568" y="4114800"/>
            <a:ext cx="3282696" cy="975260"/>
          </a:xfrm>
        </p:spPr>
        <p:txBody>
          <a:bodyPr numCol="1" spcCol="91440"/>
          <a:lstStyle>
            <a:lvl1pPr marL="283464" indent="-283464">
              <a:lnSpc>
                <a:spcPct val="150000"/>
              </a:lnSpc>
              <a:spcBef>
                <a:spcPts val="0"/>
              </a:spcBef>
              <a:defRPr sz="1600">
                <a:solidFill>
                  <a:schemeClr val="tx2"/>
                </a:solidFill>
              </a:defRPr>
            </a:lvl1pPr>
            <a:lvl2pPr indent="-283464">
              <a:lnSpc>
                <a:spcPct val="150000"/>
              </a:lnSpc>
              <a:spcBef>
                <a:spcPts val="0"/>
              </a:spcBef>
              <a:defRPr sz="1600">
                <a:solidFill>
                  <a:schemeClr val="tx2"/>
                </a:solidFill>
              </a:defRPr>
            </a:lvl2pPr>
            <a:lvl3pPr indent="-283464">
              <a:lnSpc>
                <a:spcPct val="150000"/>
              </a:lnSpc>
              <a:spcBef>
                <a:spcPts val="0"/>
              </a:spcBef>
              <a:defRPr sz="1600">
                <a:solidFill>
                  <a:schemeClr val="tx2"/>
                </a:solidFill>
              </a:defRPr>
            </a:lvl3pPr>
            <a:lvl4pPr indent="-283464">
              <a:lnSpc>
                <a:spcPct val="150000"/>
              </a:lnSpc>
              <a:spcBef>
                <a:spcPts val="0"/>
              </a:spcBef>
              <a:defRPr sz="1600">
                <a:solidFill>
                  <a:schemeClr val="tx2"/>
                </a:solidFill>
              </a:defRPr>
            </a:lvl4pPr>
            <a:lvl5pPr indent="-283464">
              <a:lnSpc>
                <a:spcPct val="150000"/>
              </a:lnSpc>
              <a:spcBef>
                <a:spcPts val="0"/>
              </a:spcBef>
              <a:defRPr sz="1600">
                <a:solidFill>
                  <a:schemeClr val="tx2"/>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31814756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6"/>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5AE86B75-C16C-C033-D27D-FF84EFB71131}"/>
              </a:ext>
            </a:extLst>
          </p:cNvPr>
          <p:cNvSpPr/>
          <p:nvPr userDrawn="1"/>
        </p:nvSpPr>
        <p:spPr>
          <a:xfrm>
            <a:off x="0" y="0"/>
            <a:ext cx="100203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E31443F-EAC2-06D1-A3D1-D73510EAF2A3}"/>
              </a:ext>
            </a:extLst>
          </p:cNvPr>
          <p:cNvSpPr>
            <a:spLocks noGrp="1"/>
          </p:cNvSpPr>
          <p:nvPr>
            <p:ph type="title"/>
          </p:nvPr>
        </p:nvSpPr>
        <p:spPr>
          <a:xfrm>
            <a:off x="2313432" y="1426464"/>
            <a:ext cx="6675120" cy="1702816"/>
          </a:xfrm>
        </p:spPr>
        <p:txBody>
          <a:bodyPr anchor="t"/>
          <a:lstStyle>
            <a:lvl1pPr>
              <a:lnSpc>
                <a:spcPct val="80000"/>
              </a:lnSpc>
              <a:defRPr sz="7200" cap="all" baseline="0">
                <a:solidFill>
                  <a:schemeClr val="bg1"/>
                </a:solidFill>
              </a:defRPr>
            </a:lvl1pPr>
          </a:lstStyle>
          <a:p>
            <a:r>
              <a:rPr lang="en-US" dirty="0"/>
              <a:t>Click to edit Master title style</a:t>
            </a:r>
          </a:p>
        </p:txBody>
      </p:sp>
      <p:grpSp>
        <p:nvGrpSpPr>
          <p:cNvPr id="7" name="Group 6">
            <a:extLst>
              <a:ext uri="{FF2B5EF4-FFF2-40B4-BE49-F238E27FC236}">
                <a16:creationId xmlns:a16="http://schemas.microsoft.com/office/drawing/2014/main" id="{D80535FC-1B0E-C4EB-FE55-190522219FEA}"/>
              </a:ext>
            </a:extLst>
          </p:cNvPr>
          <p:cNvGrpSpPr/>
          <p:nvPr userDrawn="1"/>
        </p:nvGrpSpPr>
        <p:grpSpPr>
          <a:xfrm>
            <a:off x="3979533" y="5799270"/>
            <a:ext cx="8212467" cy="0"/>
            <a:chOff x="3733800" y="5537385"/>
            <a:chExt cx="8212467" cy="0"/>
          </a:xfrm>
        </p:grpSpPr>
        <p:cxnSp>
          <p:nvCxnSpPr>
            <p:cNvPr id="8" name="Straight Connector 7">
              <a:extLst>
                <a:ext uri="{FF2B5EF4-FFF2-40B4-BE49-F238E27FC236}">
                  <a16:creationId xmlns:a16="http://schemas.microsoft.com/office/drawing/2014/main" id="{9CA6B206-18E0-06D2-958F-E859A1428A57}"/>
                </a:ext>
              </a:extLst>
            </p:cNvPr>
            <p:cNvCxnSpPr>
              <a:cxnSpLocks/>
            </p:cNvCxnSpPr>
            <p:nvPr/>
          </p:nvCxnSpPr>
          <p:spPr>
            <a:xfrm>
              <a:off x="3733800" y="5537385"/>
              <a:ext cx="6054153" cy="0"/>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0447EEA7-F856-F6C0-18DD-5D37FD51D45B}"/>
                </a:ext>
              </a:extLst>
            </p:cNvPr>
            <p:cNvCxnSpPr>
              <a:cxnSpLocks/>
            </p:cNvCxnSpPr>
            <p:nvPr/>
          </p:nvCxnSpPr>
          <p:spPr>
            <a:xfrm>
              <a:off x="9774567" y="5537385"/>
              <a:ext cx="2171700" cy="0"/>
            </a:xfrm>
            <a:prstGeom prst="line">
              <a:avLst/>
            </a:prstGeom>
            <a:ln w="5715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11" name="Text Placeholder 10">
            <a:extLst>
              <a:ext uri="{FF2B5EF4-FFF2-40B4-BE49-F238E27FC236}">
                <a16:creationId xmlns:a16="http://schemas.microsoft.com/office/drawing/2014/main" id="{A9C909AE-4D54-F197-103E-29E9C2597F56}"/>
              </a:ext>
            </a:extLst>
          </p:cNvPr>
          <p:cNvSpPr>
            <a:spLocks noGrp="1"/>
          </p:cNvSpPr>
          <p:nvPr>
            <p:ph type="body" sz="quarter" idx="10"/>
          </p:nvPr>
        </p:nvSpPr>
        <p:spPr>
          <a:xfrm>
            <a:off x="3877056" y="3383280"/>
            <a:ext cx="4754880" cy="2057400"/>
          </a:xfrm>
        </p:spPr>
        <p:txBody>
          <a:bodyPr/>
          <a:lstStyle>
            <a:lvl1pPr marL="0" indent="0">
              <a:lnSpc>
                <a:spcPct val="150000"/>
              </a:lnSpc>
              <a:spcBef>
                <a:spcPts val="0"/>
              </a:spcBef>
              <a:buNone/>
              <a:defRPr sz="2200" b="1">
                <a:solidFill>
                  <a:schemeClr val="bg1"/>
                </a:solidFill>
              </a:defRPr>
            </a:lvl1pPr>
            <a:lvl2pPr marL="0" indent="0">
              <a:lnSpc>
                <a:spcPct val="150000"/>
              </a:lnSpc>
              <a:spcBef>
                <a:spcPts val="0"/>
              </a:spcBef>
              <a:buNone/>
              <a:defRPr sz="2200">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Click to edit Master text styles</a:t>
            </a:r>
          </a:p>
          <a:p>
            <a:pPr lvl="1"/>
            <a:r>
              <a:rPr lang="en-US" dirty="0"/>
              <a:t>Second level</a:t>
            </a:r>
          </a:p>
        </p:txBody>
      </p:sp>
    </p:spTree>
    <p:extLst>
      <p:ext uri="{BB962C8B-B14F-4D97-AF65-F5344CB8AC3E}">
        <p14:creationId xmlns:p14="http://schemas.microsoft.com/office/powerpoint/2010/main" val="1525968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E6C28C00-D101-DFF8-7E0A-1AEBF0DBE72B}"/>
              </a:ext>
            </a:extLst>
          </p:cNvPr>
          <p:cNvSpPr>
            <a:spLocks noGrp="1"/>
          </p:cNvSpPr>
          <p:nvPr>
            <p:ph type="dt" sz="half" idx="10"/>
          </p:nvPr>
        </p:nvSpPr>
        <p:spPr/>
        <p:txBody>
          <a:bodyPr/>
          <a:lstStyle/>
          <a:p>
            <a:endParaRPr lang="en-US" noProof="0" dirty="0"/>
          </a:p>
        </p:txBody>
      </p:sp>
      <p:sp>
        <p:nvSpPr>
          <p:cNvPr id="4" name="Footer Placeholder 3">
            <a:extLst>
              <a:ext uri="{FF2B5EF4-FFF2-40B4-BE49-F238E27FC236}">
                <a16:creationId xmlns:a16="http://schemas.microsoft.com/office/drawing/2014/main" id="{D74C5F1F-F8B7-6C5F-6A7F-5F8F6128A1C8}"/>
              </a:ext>
            </a:extLst>
          </p:cNvPr>
          <p:cNvSpPr>
            <a:spLocks noGrp="1"/>
          </p:cNvSpPr>
          <p:nvPr>
            <p:ph type="ftr" sz="quarter" idx="11"/>
          </p:nvPr>
        </p:nvSpPr>
        <p:spPr/>
        <p:txBody>
          <a:bodyPr/>
          <a:lstStyle/>
          <a:p>
            <a:r>
              <a:rPr lang="en-US" dirty="0"/>
              <a:t>Presentation title</a:t>
            </a:r>
            <a:endParaRPr lang="en-PK"/>
          </a:p>
        </p:txBody>
      </p:sp>
      <p:sp>
        <p:nvSpPr>
          <p:cNvPr id="5" name="Slide Number Placeholder 4">
            <a:extLst>
              <a:ext uri="{FF2B5EF4-FFF2-40B4-BE49-F238E27FC236}">
                <a16:creationId xmlns:a16="http://schemas.microsoft.com/office/drawing/2014/main" id="{EFD9287E-E726-E0E6-2871-FE77159B5E01}"/>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
        <p:nvSpPr>
          <p:cNvPr id="6" name="Title 5">
            <a:extLst>
              <a:ext uri="{FF2B5EF4-FFF2-40B4-BE49-F238E27FC236}">
                <a16:creationId xmlns:a16="http://schemas.microsoft.com/office/drawing/2014/main" id="{160592E8-155C-36FA-DA0A-52B23CE8AF5A}"/>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57633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964B432-06C2-E932-E96F-67CECC2E9658}"/>
              </a:ext>
            </a:extLst>
          </p:cNvPr>
          <p:cNvSpPr>
            <a:spLocks noGrp="1"/>
          </p:cNvSpPr>
          <p:nvPr>
            <p:ph type="dt" sz="half" idx="10"/>
          </p:nvPr>
        </p:nvSpPr>
        <p:spPr/>
        <p:txBody>
          <a:bodyPr/>
          <a:lstStyle/>
          <a:p>
            <a:endParaRPr lang="en-US" noProof="0" dirty="0"/>
          </a:p>
        </p:txBody>
      </p:sp>
      <p:sp>
        <p:nvSpPr>
          <p:cNvPr id="3" name="Footer Placeholder 2">
            <a:extLst>
              <a:ext uri="{FF2B5EF4-FFF2-40B4-BE49-F238E27FC236}">
                <a16:creationId xmlns:a16="http://schemas.microsoft.com/office/drawing/2014/main" id="{7F1F3471-B7F6-01DB-D712-136C1626DFAE}"/>
              </a:ext>
            </a:extLst>
          </p:cNvPr>
          <p:cNvSpPr>
            <a:spLocks noGrp="1"/>
          </p:cNvSpPr>
          <p:nvPr>
            <p:ph type="ftr" sz="quarter" idx="11"/>
          </p:nvPr>
        </p:nvSpPr>
        <p:spPr/>
        <p:txBody>
          <a:bodyPr/>
          <a:lstStyle/>
          <a:p>
            <a:r>
              <a:rPr lang="en-US" dirty="0"/>
              <a:t>Presentation title</a:t>
            </a:r>
            <a:endParaRPr lang="en-PK"/>
          </a:p>
        </p:txBody>
      </p:sp>
      <p:sp>
        <p:nvSpPr>
          <p:cNvPr id="4" name="Slide Number Placeholder 3">
            <a:extLst>
              <a:ext uri="{FF2B5EF4-FFF2-40B4-BE49-F238E27FC236}">
                <a16:creationId xmlns:a16="http://schemas.microsoft.com/office/drawing/2014/main" id="{32C05956-4CA5-988F-7C93-317A88D1202C}"/>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185614619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AB670E-478C-D301-FCE5-E8300246972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PK"/>
          </a:p>
        </p:txBody>
      </p:sp>
      <p:sp>
        <p:nvSpPr>
          <p:cNvPr id="3" name="Content Placeholder 2">
            <a:extLst>
              <a:ext uri="{FF2B5EF4-FFF2-40B4-BE49-F238E27FC236}">
                <a16:creationId xmlns:a16="http://schemas.microsoft.com/office/drawing/2014/main" id="{283B16CD-30BD-156F-11B4-9CF89A06422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K"/>
          </a:p>
        </p:txBody>
      </p:sp>
      <p:sp>
        <p:nvSpPr>
          <p:cNvPr id="4" name="Text Placeholder 3">
            <a:extLst>
              <a:ext uri="{FF2B5EF4-FFF2-40B4-BE49-F238E27FC236}">
                <a16:creationId xmlns:a16="http://schemas.microsoft.com/office/drawing/2014/main" id="{0E3C54B0-9878-1911-8DE9-EC464D2027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6493B1-79A4-1FA9-B462-853856DE870E}"/>
              </a:ext>
            </a:extLst>
          </p:cNvPr>
          <p:cNvSpPr>
            <a:spLocks noGrp="1"/>
          </p:cNvSpPr>
          <p:nvPr>
            <p:ph type="dt" sz="half" idx="10"/>
          </p:nvPr>
        </p:nvSpPr>
        <p:spPr/>
        <p:txBody>
          <a:bodyPr/>
          <a:lstStyle/>
          <a:p>
            <a:endParaRPr lang="en-US" noProof="0" dirty="0"/>
          </a:p>
        </p:txBody>
      </p:sp>
      <p:sp>
        <p:nvSpPr>
          <p:cNvPr id="6" name="Footer Placeholder 5">
            <a:extLst>
              <a:ext uri="{FF2B5EF4-FFF2-40B4-BE49-F238E27FC236}">
                <a16:creationId xmlns:a16="http://schemas.microsoft.com/office/drawing/2014/main" id="{A697EEE8-8F1E-8F14-E2ED-333A1FF24725}"/>
              </a:ext>
            </a:extLst>
          </p:cNvPr>
          <p:cNvSpPr>
            <a:spLocks noGrp="1"/>
          </p:cNvSpPr>
          <p:nvPr>
            <p:ph type="ftr" sz="quarter" idx="11"/>
          </p:nvPr>
        </p:nvSpPr>
        <p:spPr/>
        <p:txBody>
          <a:bodyPr/>
          <a:lstStyle/>
          <a:p>
            <a:r>
              <a:rPr lang="en-US" dirty="0"/>
              <a:t>Presentation title</a:t>
            </a:r>
            <a:endParaRPr lang="en-PK"/>
          </a:p>
        </p:txBody>
      </p:sp>
      <p:sp>
        <p:nvSpPr>
          <p:cNvPr id="7" name="Slide Number Placeholder 6">
            <a:extLst>
              <a:ext uri="{FF2B5EF4-FFF2-40B4-BE49-F238E27FC236}">
                <a16:creationId xmlns:a16="http://schemas.microsoft.com/office/drawing/2014/main" id="{B9DFABEB-B6B7-2591-AE85-265A3F873192}"/>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20623095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2A6A-C17E-2616-3199-C8D78E7EE7EC}"/>
              </a:ext>
            </a:extLst>
          </p:cNvPr>
          <p:cNvSpPr>
            <a:spLocks noGrp="1"/>
          </p:cNvSpPr>
          <p:nvPr>
            <p:ph type="title"/>
          </p:nvPr>
        </p:nvSpPr>
        <p:spPr>
          <a:xfrm>
            <a:off x="839788" y="457200"/>
            <a:ext cx="3932237" cy="1600200"/>
          </a:xfrm>
        </p:spPr>
        <p:txBody>
          <a:bodyPr anchor="b"/>
          <a:lstStyle>
            <a:lvl1pPr>
              <a:defRPr sz="3200"/>
            </a:lvl1pPr>
          </a:lstStyle>
          <a:p>
            <a:r>
              <a:rPr lang="en-US" noProof="0"/>
              <a:t>Click to edit Master title style</a:t>
            </a:r>
          </a:p>
        </p:txBody>
      </p:sp>
      <p:sp>
        <p:nvSpPr>
          <p:cNvPr id="3" name="Picture Placeholder 2">
            <a:extLst>
              <a:ext uri="{FF2B5EF4-FFF2-40B4-BE49-F238E27FC236}">
                <a16:creationId xmlns:a16="http://schemas.microsoft.com/office/drawing/2014/main" id="{37705714-E101-08DD-6A13-D561A3EC2C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noProof="0"/>
          </a:p>
        </p:txBody>
      </p:sp>
      <p:sp>
        <p:nvSpPr>
          <p:cNvPr id="4" name="Text Placeholder 3">
            <a:extLst>
              <a:ext uri="{FF2B5EF4-FFF2-40B4-BE49-F238E27FC236}">
                <a16:creationId xmlns:a16="http://schemas.microsoft.com/office/drawing/2014/main" id="{B16ECB26-D659-5BC3-C669-1B45225D27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noProof="0"/>
              <a:t>Click to edit Master text styles</a:t>
            </a:r>
          </a:p>
        </p:txBody>
      </p:sp>
      <p:sp>
        <p:nvSpPr>
          <p:cNvPr id="5" name="Date Placeholder 4">
            <a:extLst>
              <a:ext uri="{FF2B5EF4-FFF2-40B4-BE49-F238E27FC236}">
                <a16:creationId xmlns:a16="http://schemas.microsoft.com/office/drawing/2014/main" id="{D4464F27-6C3B-1E36-B1DC-ECB72DCF22AC}"/>
              </a:ext>
            </a:extLst>
          </p:cNvPr>
          <p:cNvSpPr>
            <a:spLocks noGrp="1"/>
          </p:cNvSpPr>
          <p:nvPr>
            <p:ph type="dt" sz="half" idx="10"/>
          </p:nvPr>
        </p:nvSpPr>
        <p:spPr/>
        <p:txBody>
          <a:bodyPr/>
          <a:lstStyle/>
          <a:p>
            <a:endParaRPr lang="en-US" noProof="0"/>
          </a:p>
        </p:txBody>
      </p:sp>
      <p:sp>
        <p:nvSpPr>
          <p:cNvPr id="6" name="Footer Placeholder 5">
            <a:extLst>
              <a:ext uri="{FF2B5EF4-FFF2-40B4-BE49-F238E27FC236}">
                <a16:creationId xmlns:a16="http://schemas.microsoft.com/office/drawing/2014/main" id="{1BC595AB-D292-D355-47CD-748C160B1BD3}"/>
              </a:ext>
            </a:extLst>
          </p:cNvPr>
          <p:cNvSpPr>
            <a:spLocks noGrp="1"/>
          </p:cNvSpPr>
          <p:nvPr>
            <p:ph type="ftr" sz="quarter" idx="11"/>
          </p:nvPr>
        </p:nvSpPr>
        <p:spPr/>
        <p:txBody>
          <a:bodyPr/>
          <a:lstStyle/>
          <a:p>
            <a:r>
              <a:rPr lang="en-US" noProof="0"/>
              <a:t>Presentation title</a:t>
            </a:r>
          </a:p>
        </p:txBody>
      </p:sp>
      <p:sp>
        <p:nvSpPr>
          <p:cNvPr id="7" name="Slide Number Placeholder 6">
            <a:extLst>
              <a:ext uri="{FF2B5EF4-FFF2-40B4-BE49-F238E27FC236}">
                <a16:creationId xmlns:a16="http://schemas.microsoft.com/office/drawing/2014/main" id="{CC1CEE5F-F44A-DD2C-EEC3-D4C76B69D15D}"/>
              </a:ext>
            </a:extLst>
          </p:cNvPr>
          <p:cNvSpPr>
            <a:spLocks noGrp="1"/>
          </p:cNvSpPr>
          <p:nvPr>
            <p:ph type="sldNum" sz="quarter" idx="12"/>
          </p:nvPr>
        </p:nvSpPr>
        <p:spPr/>
        <p:txBody>
          <a:bodyPr/>
          <a:lstStyle/>
          <a:p>
            <a:fld id="{5BFCF61C-3B18-4C03-8326-CC3B32D710C9}" type="slidenum">
              <a:rPr lang="en-US" noProof="0" smtClean="0"/>
              <a:t>‹#›</a:t>
            </a:fld>
            <a:endParaRPr lang="en-US" noProof="0"/>
          </a:p>
        </p:txBody>
      </p:sp>
    </p:spTree>
    <p:extLst>
      <p:ext uri="{BB962C8B-B14F-4D97-AF65-F5344CB8AC3E}">
        <p14:creationId xmlns:p14="http://schemas.microsoft.com/office/powerpoint/2010/main" val="7529389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76BC278-3A9A-4241-1DE5-469D2AB5E36B}"/>
              </a:ext>
            </a:extLst>
          </p:cNvPr>
          <p:cNvSpPr>
            <a:spLocks noGrp="1"/>
          </p:cNvSpPr>
          <p:nvPr>
            <p:ph type="title"/>
          </p:nvPr>
        </p:nvSpPr>
        <p:spPr>
          <a:xfrm>
            <a:off x="838200" y="1115367"/>
            <a:ext cx="10515600" cy="575321"/>
          </a:xfrm>
          <a:prstGeom prst="rect">
            <a:avLst/>
          </a:prstGeom>
        </p:spPr>
        <p:txBody>
          <a:bodyPr vert="horz" lIns="91440" tIns="45720" rIns="91440" bIns="45720" rtlCol="0" anchor="t">
            <a:noAutofit/>
          </a:bodyPr>
          <a:lstStyle/>
          <a:p>
            <a:r>
              <a:rPr lang="en-US"/>
              <a:t>Click to edit Master title style</a:t>
            </a:r>
            <a:endParaRPr lang="en-PK"/>
          </a:p>
        </p:txBody>
      </p:sp>
      <p:sp>
        <p:nvSpPr>
          <p:cNvPr id="3" name="Text Placeholder 2">
            <a:extLst>
              <a:ext uri="{FF2B5EF4-FFF2-40B4-BE49-F238E27FC236}">
                <a16:creationId xmlns:a16="http://schemas.microsoft.com/office/drawing/2014/main" id="{138A5E58-5605-E2B6-AEBE-7EF159AAD7E2}"/>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PK"/>
          </a:p>
        </p:txBody>
      </p:sp>
      <p:sp>
        <p:nvSpPr>
          <p:cNvPr id="4" name="Date Placeholder 3">
            <a:extLst>
              <a:ext uri="{FF2B5EF4-FFF2-40B4-BE49-F238E27FC236}">
                <a16:creationId xmlns:a16="http://schemas.microsoft.com/office/drawing/2014/main" id="{B221D507-72FD-CB53-B342-C69D562AFD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tx1">
                    <a:tint val="75000"/>
                  </a:schemeClr>
                </a:solidFill>
              </a:defRPr>
            </a:lvl1pPr>
          </a:lstStyle>
          <a:p>
            <a:endParaRPr lang="en-US" noProof="0"/>
          </a:p>
        </p:txBody>
      </p:sp>
      <p:sp>
        <p:nvSpPr>
          <p:cNvPr id="5" name="Footer Placeholder 4">
            <a:extLst>
              <a:ext uri="{FF2B5EF4-FFF2-40B4-BE49-F238E27FC236}">
                <a16:creationId xmlns:a16="http://schemas.microsoft.com/office/drawing/2014/main" id="{01A3E9A7-861F-C5C4-DD4E-37AC66D867ED}"/>
              </a:ext>
            </a:extLst>
          </p:cNvPr>
          <p:cNvSpPr>
            <a:spLocks noGrp="1"/>
          </p:cNvSpPr>
          <p:nvPr>
            <p:ph type="ftr" sz="quarter" idx="3"/>
          </p:nvPr>
        </p:nvSpPr>
        <p:spPr>
          <a:xfrm>
            <a:off x="411480" y="301752"/>
            <a:ext cx="1828800" cy="274320"/>
          </a:xfrm>
          <a:prstGeom prst="rect">
            <a:avLst/>
          </a:prstGeom>
        </p:spPr>
        <p:txBody>
          <a:bodyPr vert="horz" lIns="91440" tIns="45720" rIns="91440" bIns="45720" rtlCol="0" anchor="ctr">
            <a:noAutofit/>
          </a:bodyPr>
          <a:lstStyle>
            <a:lvl1pPr algn="l">
              <a:defRPr sz="1200">
                <a:solidFill>
                  <a:schemeClr val="tx2"/>
                </a:solidFill>
              </a:defRPr>
            </a:lvl1pPr>
          </a:lstStyle>
          <a:p>
            <a:r>
              <a:rPr lang="en-US" dirty="0"/>
              <a:t>Presentation title</a:t>
            </a:r>
            <a:endParaRPr lang="en-PK" dirty="0"/>
          </a:p>
        </p:txBody>
      </p:sp>
      <p:sp>
        <p:nvSpPr>
          <p:cNvPr id="6" name="Slide Number Placeholder 5">
            <a:extLst>
              <a:ext uri="{FF2B5EF4-FFF2-40B4-BE49-F238E27FC236}">
                <a16:creationId xmlns:a16="http://schemas.microsoft.com/office/drawing/2014/main" id="{5877A1DC-56B8-6C78-5020-E45478D099C6}"/>
              </a:ext>
            </a:extLst>
          </p:cNvPr>
          <p:cNvSpPr>
            <a:spLocks noGrp="1"/>
          </p:cNvSpPr>
          <p:nvPr>
            <p:ph type="sldNum" sz="quarter" idx="4"/>
          </p:nvPr>
        </p:nvSpPr>
        <p:spPr>
          <a:xfrm>
            <a:off x="10122408" y="301752"/>
            <a:ext cx="1673352" cy="274320"/>
          </a:xfrm>
          <a:prstGeom prst="rect">
            <a:avLst/>
          </a:prstGeom>
        </p:spPr>
        <p:txBody>
          <a:bodyPr vert="horz" lIns="91440" tIns="45720" rIns="91440" bIns="45720" rtlCol="0" anchor="ctr">
            <a:noAutofit/>
          </a:bodyPr>
          <a:lstStyle>
            <a:lvl1pPr algn="r">
              <a:defRPr sz="1200">
                <a:solidFill>
                  <a:schemeClr val="tx2"/>
                </a:solidFill>
              </a:defRPr>
            </a:lvl1pPr>
          </a:lstStyle>
          <a:p>
            <a:fld id="{5BFCF61C-3B18-4C03-8326-CC3B32D710C9}" type="slidenum">
              <a:rPr lang="en-US" noProof="0" smtClean="0"/>
              <a:pPr/>
              <a:t>‹#›</a:t>
            </a:fld>
            <a:endParaRPr lang="en-US" noProof="0"/>
          </a:p>
        </p:txBody>
      </p:sp>
    </p:spTree>
    <p:extLst>
      <p:ext uri="{BB962C8B-B14F-4D97-AF65-F5344CB8AC3E}">
        <p14:creationId xmlns:p14="http://schemas.microsoft.com/office/powerpoint/2010/main" val="135068052"/>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51" r:id="rId3"/>
    <p:sldLayoutId id="2147483660" r:id="rId4"/>
    <p:sldLayoutId id="2147483661" r:id="rId5"/>
    <p:sldLayoutId id="2147483665" r:id="rId6"/>
    <p:sldLayoutId id="2147483662" r:id="rId7"/>
    <p:sldLayoutId id="2147483664" r:id="rId8"/>
    <p:sldLayoutId id="2147483663" r:id="rId9"/>
    <p:sldLayoutId id="2147483652" r:id="rId10"/>
    <p:sldLayoutId id="2147483666" r:id="rId11"/>
    <p:sldLayoutId id="2147483658" r:id="rId12"/>
    <p:sldLayoutId id="2147483654" r:id="rId13"/>
    <p:sldLayoutId id="2147483655" r:id="rId14"/>
    <p:sldLayoutId id="2147483656" r:id="rId15"/>
    <p:sldLayoutId id="2147483657" r:id="rId16"/>
  </p:sldLayoutIdLst>
  <p:hf hdr="0" dt="0"/>
  <p:txStyles>
    <p:titleStyle>
      <a:lvl1pPr algn="l" defTabSz="914400" rtl="0" eaLnBrk="1" latinLnBrk="0" hangingPunct="1">
        <a:lnSpc>
          <a:spcPct val="80000"/>
        </a:lnSpc>
        <a:spcBef>
          <a:spcPct val="0"/>
        </a:spcBef>
        <a:buNone/>
        <a:defRPr sz="4400" kern="1200" cap="all" baseline="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P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solidFill>
        <a:effectLst/>
      </p:bgPr>
    </p:bg>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04B07C7A-8E1D-7BF7-31C8-5C68C6D2F9CF}"/>
              </a:ext>
            </a:extLst>
          </p:cNvPr>
          <p:cNvSpPr>
            <a:spLocks noGrp="1"/>
          </p:cNvSpPr>
          <p:nvPr>
            <p:ph type="ctrTitle"/>
          </p:nvPr>
        </p:nvSpPr>
        <p:spPr>
          <a:xfrm>
            <a:off x="947961" y="1408176"/>
            <a:ext cx="10446468" cy="2387600"/>
          </a:xfrm>
        </p:spPr>
        <p:txBody>
          <a:bodyPr>
            <a:normAutofit/>
          </a:bodyPr>
          <a:lstStyle/>
          <a:p>
            <a:r>
              <a:rPr lang="en-US" sz="4000" dirty="0" err="1">
                <a:ea typeface="+mj-lt"/>
                <a:cs typeface="+mj-lt"/>
              </a:rPr>
              <a:t>StreamList</a:t>
            </a:r>
            <a:r>
              <a:rPr lang="en-US" sz="4000" dirty="0">
                <a:ea typeface="+mj-lt"/>
                <a:cs typeface="+mj-lt"/>
              </a:rPr>
              <a:t> Movie Management App</a:t>
            </a:r>
          </a:p>
          <a:p>
            <a:r>
              <a:rPr lang="en-US" sz="4000">
                <a:ea typeface="+mj-lt"/>
                <a:cs typeface="+mj-lt"/>
              </a:rPr>
              <a:t>INT499 Capstone</a:t>
            </a:r>
            <a:endParaRPr lang="en-US" sz="4000" dirty="0">
              <a:ea typeface="+mj-lt"/>
              <a:cs typeface="+mj-lt"/>
            </a:endParaRPr>
          </a:p>
          <a:p>
            <a:endParaRPr lang="en-US" sz="4400" dirty="0">
              <a:cs typeface="Arial"/>
            </a:endParaRPr>
          </a:p>
        </p:txBody>
      </p:sp>
      <p:sp>
        <p:nvSpPr>
          <p:cNvPr id="11" name="Subtitle 10">
            <a:extLst>
              <a:ext uri="{FF2B5EF4-FFF2-40B4-BE49-F238E27FC236}">
                <a16:creationId xmlns:a16="http://schemas.microsoft.com/office/drawing/2014/main" id="{EF3A7BFE-9123-98C4-791C-9A3FE773CF97}"/>
              </a:ext>
            </a:extLst>
          </p:cNvPr>
          <p:cNvSpPr>
            <a:spLocks noGrp="1"/>
          </p:cNvSpPr>
          <p:nvPr>
            <p:ph type="subTitle" idx="1"/>
          </p:nvPr>
        </p:nvSpPr>
        <p:spPr>
          <a:xfrm>
            <a:off x="3867912" y="4725406"/>
            <a:ext cx="5486400" cy="706130"/>
          </a:xfrm>
        </p:spPr>
        <p:txBody>
          <a:bodyPr vert="horz" lIns="91440" tIns="45720" rIns="91440" bIns="45720" rtlCol="0" anchor="t">
            <a:noAutofit/>
          </a:bodyPr>
          <a:lstStyle/>
          <a:p>
            <a:r>
              <a:rPr lang="en-US" dirty="0">
                <a:cs typeface="Arial"/>
              </a:rPr>
              <a:t>Joe </a:t>
            </a:r>
            <a:r>
              <a:rPr lang="en-US" dirty="0" err="1">
                <a:cs typeface="Arial"/>
              </a:rPr>
              <a:t>Engbert</a:t>
            </a:r>
            <a:br>
              <a:rPr lang="en-US" dirty="0"/>
            </a:br>
            <a:r>
              <a:rPr lang="en-US" dirty="0">
                <a:cs typeface="Arial"/>
              </a:rPr>
              <a:t>Eric Dillon</a:t>
            </a:r>
            <a:endParaRPr lang="en-US" dirty="0"/>
          </a:p>
        </p:txBody>
      </p:sp>
    </p:spTree>
    <p:extLst>
      <p:ext uri="{BB962C8B-B14F-4D97-AF65-F5344CB8AC3E}">
        <p14:creationId xmlns:p14="http://schemas.microsoft.com/office/powerpoint/2010/main" val="28631039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9103A-7E0F-A503-491C-874CA2A16BC0}"/>
              </a:ext>
            </a:extLst>
          </p:cNvPr>
          <p:cNvSpPr>
            <a:spLocks noGrp="1"/>
          </p:cNvSpPr>
          <p:nvPr>
            <p:ph type="title"/>
          </p:nvPr>
        </p:nvSpPr>
        <p:spPr/>
        <p:txBody>
          <a:bodyPr/>
          <a:lstStyle/>
          <a:p>
            <a:r>
              <a:rPr lang="en-US"/>
              <a:t>SUMMARY</a:t>
            </a:r>
          </a:p>
        </p:txBody>
      </p:sp>
      <p:sp>
        <p:nvSpPr>
          <p:cNvPr id="3" name="Footer Placeholder 2">
            <a:extLst>
              <a:ext uri="{FF2B5EF4-FFF2-40B4-BE49-F238E27FC236}">
                <a16:creationId xmlns:a16="http://schemas.microsoft.com/office/drawing/2014/main" id="{4E79730E-E638-275F-6C74-85FDCE30C43F}"/>
              </a:ext>
            </a:extLst>
          </p:cNvPr>
          <p:cNvSpPr>
            <a:spLocks noGrp="1"/>
          </p:cNvSpPr>
          <p:nvPr>
            <p:ph type="ftr" sz="quarter" idx="11"/>
          </p:nvPr>
        </p:nvSpPr>
        <p:spPr>
          <a:xfrm>
            <a:off x="411480" y="301752"/>
            <a:ext cx="2763624" cy="274320"/>
          </a:xfrm>
        </p:spPr>
        <p:txBody>
          <a:bodyPr/>
          <a:lstStyle/>
          <a:p>
            <a:r>
              <a:rPr lang="en-US">
                <a:ea typeface="+mn-lt"/>
                <a:cs typeface="+mn-lt"/>
              </a:rPr>
              <a:t>StreamList Movie Management App</a:t>
            </a:r>
            <a:endParaRPr lang="en-US"/>
          </a:p>
        </p:txBody>
      </p:sp>
      <p:sp>
        <p:nvSpPr>
          <p:cNvPr id="4" name="Slide Number Placeholder 3">
            <a:extLst>
              <a:ext uri="{FF2B5EF4-FFF2-40B4-BE49-F238E27FC236}">
                <a16:creationId xmlns:a16="http://schemas.microsoft.com/office/drawing/2014/main" id="{C0B85CC1-CC9E-26A5-C05A-E64ABEDD931D}"/>
              </a:ext>
            </a:extLst>
          </p:cNvPr>
          <p:cNvSpPr>
            <a:spLocks noGrp="1"/>
          </p:cNvSpPr>
          <p:nvPr>
            <p:ph type="sldNum" sz="quarter" idx="12"/>
          </p:nvPr>
        </p:nvSpPr>
        <p:spPr/>
        <p:txBody>
          <a:bodyPr/>
          <a:lstStyle/>
          <a:p>
            <a:fld id="{5BFCF61C-3B18-4C03-8326-CC3B32D710C9}" type="slidenum">
              <a:rPr lang="en-US" smtClean="0"/>
              <a:pPr/>
              <a:t>2</a:t>
            </a:fld>
            <a:endParaRPr lang="en-US"/>
          </a:p>
        </p:txBody>
      </p:sp>
      <p:sp>
        <p:nvSpPr>
          <p:cNvPr id="5" name="Content Placeholder 4">
            <a:extLst>
              <a:ext uri="{FF2B5EF4-FFF2-40B4-BE49-F238E27FC236}">
                <a16:creationId xmlns:a16="http://schemas.microsoft.com/office/drawing/2014/main" id="{DA7A49E4-DCE3-62DE-B6D1-539EBFFFE689}"/>
              </a:ext>
            </a:extLst>
          </p:cNvPr>
          <p:cNvSpPr>
            <a:spLocks noGrp="1"/>
          </p:cNvSpPr>
          <p:nvPr>
            <p:ph idx="1"/>
          </p:nvPr>
        </p:nvSpPr>
        <p:spPr/>
        <p:txBody>
          <a:bodyPr vert="horz" lIns="91440" tIns="45720" rIns="91440" bIns="45720" rtlCol="0" anchor="t">
            <a:noAutofit/>
          </a:bodyPr>
          <a:lstStyle/>
          <a:p>
            <a:r>
              <a:rPr lang="en-US" sz="2000"/>
              <a:t>Project Members</a:t>
            </a:r>
            <a:endParaRPr lang="en-US" sz="2000">
              <a:cs typeface="Arial"/>
            </a:endParaRPr>
          </a:p>
          <a:p>
            <a:pPr marL="342900" indent="-342900">
              <a:buChar char="•"/>
            </a:pPr>
            <a:r>
              <a:rPr lang="en-US" sz="2000">
                <a:cs typeface="Arial"/>
              </a:rPr>
              <a:t>Eric Dillon</a:t>
            </a:r>
            <a:endParaRPr lang="en-US" sz="2000" dirty="0">
              <a:cs typeface="Arial"/>
            </a:endParaRPr>
          </a:p>
          <a:p>
            <a:pPr marL="342900" indent="-342900">
              <a:buChar char="•"/>
            </a:pPr>
            <a:r>
              <a:rPr lang="en-US" sz="2000" dirty="0">
                <a:cs typeface="Arial"/>
              </a:rPr>
              <a:t>Joe </a:t>
            </a:r>
            <a:r>
              <a:rPr lang="en-US" sz="2000" dirty="0" err="1">
                <a:cs typeface="Arial"/>
              </a:rPr>
              <a:t>Engbert</a:t>
            </a:r>
            <a:endParaRPr lang="en-US" sz="2000" dirty="0">
              <a:cs typeface="Arial"/>
            </a:endParaRPr>
          </a:p>
          <a:p>
            <a:r>
              <a:rPr lang="en-US" sz="2000">
                <a:cs typeface="Arial"/>
              </a:rPr>
              <a:t>Content</a:t>
            </a:r>
            <a:endParaRPr lang="en-US" sz="2000" dirty="0">
              <a:cs typeface="Arial"/>
            </a:endParaRPr>
          </a:p>
          <a:p>
            <a:pPr marL="342900" indent="-342900">
              <a:buChar char="•"/>
            </a:pPr>
            <a:r>
              <a:rPr lang="en-US" sz="2000">
                <a:cs typeface="Arial"/>
              </a:rPr>
              <a:t>Project Gantt Chart</a:t>
            </a:r>
            <a:endParaRPr lang="en-US" sz="2000" dirty="0">
              <a:cs typeface="Arial"/>
            </a:endParaRPr>
          </a:p>
          <a:p>
            <a:pPr marL="342900" indent="-342900">
              <a:buChar char="•"/>
            </a:pPr>
            <a:r>
              <a:rPr lang="en-US" sz="2000">
                <a:cs typeface="Arial"/>
              </a:rPr>
              <a:t>User Interface Wireframe</a:t>
            </a:r>
            <a:endParaRPr lang="en-US" sz="2000" dirty="0">
              <a:cs typeface="Arial"/>
            </a:endParaRPr>
          </a:p>
          <a:p>
            <a:pPr marL="342900" indent="-342900">
              <a:buChar char="•"/>
            </a:pPr>
            <a:r>
              <a:rPr lang="en-US" sz="2000">
                <a:cs typeface="Arial"/>
              </a:rPr>
              <a:t>Development Planning</a:t>
            </a:r>
            <a:endParaRPr lang="en-US" sz="2000" dirty="0">
              <a:cs typeface="Arial"/>
            </a:endParaRPr>
          </a:p>
          <a:p>
            <a:endParaRPr lang="en-US" dirty="0">
              <a:cs typeface="Arial"/>
            </a:endParaRPr>
          </a:p>
          <a:p>
            <a:endParaRPr lang="en-US" dirty="0">
              <a:cs typeface="Arial"/>
            </a:endParaRPr>
          </a:p>
        </p:txBody>
      </p:sp>
    </p:spTree>
    <p:extLst>
      <p:ext uri="{BB962C8B-B14F-4D97-AF65-F5344CB8AC3E}">
        <p14:creationId xmlns:p14="http://schemas.microsoft.com/office/powerpoint/2010/main" val="35517934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BDE3D-CB39-03D2-545F-5283024761BD}"/>
              </a:ext>
            </a:extLst>
          </p:cNvPr>
          <p:cNvSpPr>
            <a:spLocks noGrp="1"/>
          </p:cNvSpPr>
          <p:nvPr>
            <p:ph type="title"/>
          </p:nvPr>
        </p:nvSpPr>
        <p:spPr/>
        <p:txBody>
          <a:bodyPr/>
          <a:lstStyle/>
          <a:p>
            <a:r>
              <a:rPr lang="en-US" sz="4400">
                <a:ea typeface="+mj-lt"/>
                <a:cs typeface="+mj-lt"/>
              </a:rPr>
              <a:t>Gantt Chart (Project Planning)</a:t>
            </a:r>
            <a:endParaRPr lang="en-US" sz="4400"/>
          </a:p>
        </p:txBody>
      </p:sp>
      <p:sp>
        <p:nvSpPr>
          <p:cNvPr id="12" name="Footer Placeholder 11">
            <a:extLst>
              <a:ext uri="{FF2B5EF4-FFF2-40B4-BE49-F238E27FC236}">
                <a16:creationId xmlns:a16="http://schemas.microsoft.com/office/drawing/2014/main" id="{119D6C7A-A7F7-E063-9A09-611D1FB1DBE6}"/>
              </a:ext>
            </a:extLst>
          </p:cNvPr>
          <p:cNvSpPr>
            <a:spLocks noGrp="1"/>
          </p:cNvSpPr>
          <p:nvPr>
            <p:ph type="ftr" sz="quarter" idx="11"/>
          </p:nvPr>
        </p:nvSpPr>
        <p:spPr>
          <a:xfrm>
            <a:off x="362634" y="184522"/>
            <a:ext cx="2688492" cy="391550"/>
          </a:xfrm>
        </p:spPr>
        <p:txBody>
          <a:bodyPr/>
          <a:lstStyle/>
          <a:p>
            <a:r>
              <a:rPr lang="en-US"/>
              <a:t>StreamList Movie Management App</a:t>
            </a:r>
          </a:p>
        </p:txBody>
      </p:sp>
      <p:sp>
        <p:nvSpPr>
          <p:cNvPr id="5" name="Text Placeholder 4">
            <a:extLst>
              <a:ext uri="{FF2B5EF4-FFF2-40B4-BE49-F238E27FC236}">
                <a16:creationId xmlns:a16="http://schemas.microsoft.com/office/drawing/2014/main" id="{51683C73-2637-AC0E-5A6B-47B6C6CB9E2A}"/>
              </a:ext>
            </a:extLst>
          </p:cNvPr>
          <p:cNvSpPr>
            <a:spLocks noGrp="1"/>
          </p:cNvSpPr>
          <p:nvPr>
            <p:ph type="body" sz="quarter" idx="15"/>
          </p:nvPr>
        </p:nvSpPr>
        <p:spPr>
          <a:xfrm>
            <a:off x="268068" y="2932644"/>
            <a:ext cx="4754880" cy="2630366"/>
          </a:xfrm>
        </p:spPr>
        <p:txBody>
          <a:bodyPr vert="horz" lIns="91440" tIns="45720" rIns="91440" bIns="45720" rtlCol="0" anchor="t">
            <a:noAutofit/>
          </a:bodyPr>
          <a:lstStyle/>
          <a:p>
            <a:pPr marL="283210" indent="-283210"/>
            <a:r>
              <a:rPr lang="en-US">
                <a:ea typeface="+mn-lt"/>
                <a:cs typeface="+mn-lt"/>
              </a:rPr>
              <a:t>Tasks derived from SRS functional requirements</a:t>
            </a:r>
            <a:endParaRPr lang="en-US"/>
          </a:p>
          <a:p>
            <a:pPr marL="283210" indent="-283210"/>
            <a:r>
              <a:rPr lang="en-US">
                <a:ea typeface="+mn-lt"/>
                <a:cs typeface="+mn-lt"/>
              </a:rPr>
              <a:t>Sequential and dependent task structure</a:t>
            </a:r>
          </a:p>
          <a:p>
            <a:pPr marL="283210" indent="-283210"/>
            <a:r>
              <a:rPr lang="en-US">
                <a:ea typeface="+mn-lt"/>
                <a:cs typeface="+mn-lt"/>
              </a:rPr>
              <a:t>Parallel development where possible</a:t>
            </a:r>
          </a:p>
          <a:p>
            <a:pPr marL="283210" indent="-283210"/>
            <a:r>
              <a:rPr lang="en-US">
                <a:ea typeface="+mn-lt"/>
                <a:cs typeface="+mn-lt"/>
              </a:rPr>
              <a:t>Timeline from project start to April 20 completion</a:t>
            </a:r>
          </a:p>
          <a:p>
            <a:pPr marL="283210" indent="-283210"/>
            <a:r>
              <a:rPr lang="en-US">
                <a:ea typeface="+mn-lt"/>
                <a:cs typeface="+mn-lt"/>
              </a:rPr>
              <a:t>Milestones for major deliverables</a:t>
            </a:r>
            <a:endParaRPr lang="en-US" dirty="0">
              <a:ea typeface="+mn-lt"/>
              <a:cs typeface="+mn-lt"/>
            </a:endParaRPr>
          </a:p>
        </p:txBody>
      </p:sp>
      <p:sp>
        <p:nvSpPr>
          <p:cNvPr id="13" name="Slide Number Placeholder 12">
            <a:extLst>
              <a:ext uri="{FF2B5EF4-FFF2-40B4-BE49-F238E27FC236}">
                <a16:creationId xmlns:a16="http://schemas.microsoft.com/office/drawing/2014/main" id="{941D71DF-7225-6C66-9D2B-FAACEFF20849}"/>
              </a:ext>
            </a:extLst>
          </p:cNvPr>
          <p:cNvSpPr>
            <a:spLocks noGrp="1"/>
          </p:cNvSpPr>
          <p:nvPr>
            <p:ph type="sldNum" sz="quarter" idx="12"/>
          </p:nvPr>
        </p:nvSpPr>
        <p:spPr/>
        <p:txBody>
          <a:bodyPr/>
          <a:lstStyle/>
          <a:p>
            <a:fld id="{5BFCF61C-3B18-4C03-8326-CC3B32D710C9}" type="slidenum">
              <a:rPr lang="en-US" smtClean="0"/>
              <a:pPr/>
              <a:t>3</a:t>
            </a:fld>
            <a:endParaRPr lang="en-US"/>
          </a:p>
        </p:txBody>
      </p:sp>
      <p:pic>
        <p:nvPicPr>
          <p:cNvPr id="7" name="Picture 6" descr="A screenshot of a computer&#10;&#10;AI-generated content may be incorrect.">
            <a:extLst>
              <a:ext uri="{FF2B5EF4-FFF2-40B4-BE49-F238E27FC236}">
                <a16:creationId xmlns:a16="http://schemas.microsoft.com/office/drawing/2014/main" id="{5B4F74E9-CB3B-3DD8-8455-659499704891}"/>
              </a:ext>
            </a:extLst>
          </p:cNvPr>
          <p:cNvPicPr>
            <a:picLocks noChangeAspect="1"/>
          </p:cNvPicPr>
          <p:nvPr/>
        </p:nvPicPr>
        <p:blipFill>
          <a:blip r:embed="rId3"/>
          <a:stretch>
            <a:fillRect/>
          </a:stretch>
        </p:blipFill>
        <p:spPr>
          <a:xfrm>
            <a:off x="5119076" y="2774375"/>
            <a:ext cx="6965462" cy="2940708"/>
          </a:xfrm>
          <a:prstGeom prst="rect">
            <a:avLst/>
          </a:prstGeom>
        </p:spPr>
      </p:pic>
    </p:spTree>
    <p:extLst>
      <p:ext uri="{BB962C8B-B14F-4D97-AF65-F5344CB8AC3E}">
        <p14:creationId xmlns:p14="http://schemas.microsoft.com/office/powerpoint/2010/main" val="39791940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9E8BE-ED93-D5F3-EC5D-98109E1EA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28A385-254C-32B5-A40D-E7AA64ECAEF2}"/>
              </a:ext>
            </a:extLst>
          </p:cNvPr>
          <p:cNvSpPr>
            <a:spLocks noGrp="1"/>
          </p:cNvSpPr>
          <p:nvPr>
            <p:ph type="title"/>
          </p:nvPr>
        </p:nvSpPr>
        <p:spPr/>
        <p:txBody>
          <a:bodyPr/>
          <a:lstStyle/>
          <a:p>
            <a:r>
              <a:rPr lang="en-US" sz="4400">
                <a:cs typeface="Arial"/>
              </a:rPr>
              <a:t>Wireframe Design</a:t>
            </a:r>
            <a:endParaRPr lang="en-US" sz="4400" dirty="0">
              <a:cs typeface="Arial"/>
            </a:endParaRPr>
          </a:p>
        </p:txBody>
      </p:sp>
      <p:sp>
        <p:nvSpPr>
          <p:cNvPr id="12" name="Footer Placeholder 11">
            <a:extLst>
              <a:ext uri="{FF2B5EF4-FFF2-40B4-BE49-F238E27FC236}">
                <a16:creationId xmlns:a16="http://schemas.microsoft.com/office/drawing/2014/main" id="{8129E4BC-C0BC-A501-1DD7-EDFA2E359073}"/>
              </a:ext>
            </a:extLst>
          </p:cNvPr>
          <p:cNvSpPr>
            <a:spLocks noGrp="1"/>
          </p:cNvSpPr>
          <p:nvPr>
            <p:ph type="ftr" sz="quarter" idx="11"/>
          </p:nvPr>
        </p:nvSpPr>
        <p:spPr>
          <a:xfrm>
            <a:off x="362634" y="184522"/>
            <a:ext cx="2688492" cy="391550"/>
          </a:xfrm>
        </p:spPr>
        <p:txBody>
          <a:bodyPr/>
          <a:lstStyle/>
          <a:p>
            <a:r>
              <a:rPr lang="en-US"/>
              <a:t>StreamList Movie Management App</a:t>
            </a:r>
          </a:p>
        </p:txBody>
      </p:sp>
      <p:sp>
        <p:nvSpPr>
          <p:cNvPr id="5" name="Text Placeholder 4">
            <a:extLst>
              <a:ext uri="{FF2B5EF4-FFF2-40B4-BE49-F238E27FC236}">
                <a16:creationId xmlns:a16="http://schemas.microsoft.com/office/drawing/2014/main" id="{EF6164BC-404D-DDF7-CC4D-0C46362AEA00}"/>
              </a:ext>
            </a:extLst>
          </p:cNvPr>
          <p:cNvSpPr>
            <a:spLocks noGrp="1"/>
          </p:cNvSpPr>
          <p:nvPr>
            <p:ph type="body" sz="quarter" idx="15"/>
          </p:nvPr>
        </p:nvSpPr>
        <p:spPr>
          <a:xfrm>
            <a:off x="248530" y="2707952"/>
            <a:ext cx="4754880" cy="3275135"/>
          </a:xfrm>
        </p:spPr>
        <p:txBody>
          <a:bodyPr vert="horz" lIns="91440" tIns="45720" rIns="91440" bIns="45720" rtlCol="0" anchor="t">
            <a:noAutofit/>
          </a:bodyPr>
          <a:lstStyle/>
          <a:p>
            <a:pPr marL="0" indent="0">
              <a:buNone/>
            </a:pPr>
            <a:r>
              <a:rPr lang="en-US" sz="1400">
                <a:cs typeface="Arial"/>
              </a:rPr>
              <a:t>Navigation Pages</a:t>
            </a:r>
          </a:p>
          <a:p>
            <a:pPr marL="283210" indent="-283210"/>
            <a:r>
              <a:rPr lang="en-US" sz="1400" dirty="0" err="1">
                <a:ea typeface="+mn-lt"/>
                <a:cs typeface="+mn-lt"/>
              </a:rPr>
              <a:t>StreamList</a:t>
            </a:r>
            <a:r>
              <a:rPr lang="en-US" sz="1400" dirty="0">
                <a:ea typeface="+mn-lt"/>
                <a:cs typeface="+mn-lt"/>
              </a:rPr>
              <a:t> (Home)</a:t>
            </a:r>
          </a:p>
          <a:p>
            <a:pPr marL="283210" indent="-283210"/>
            <a:r>
              <a:rPr lang="en-US" sz="1400">
                <a:ea typeface="+mn-lt"/>
                <a:cs typeface="+mn-lt"/>
              </a:rPr>
              <a:t>Movies</a:t>
            </a:r>
            <a:endParaRPr lang="en-US" sz="1400" dirty="0">
              <a:ea typeface="+mn-lt"/>
              <a:cs typeface="+mn-lt"/>
            </a:endParaRPr>
          </a:p>
          <a:p>
            <a:pPr marL="283210" indent="-283210"/>
            <a:r>
              <a:rPr lang="en-US" sz="1400">
                <a:ea typeface="+mn-lt"/>
                <a:cs typeface="+mn-lt"/>
              </a:rPr>
              <a:t>Cart</a:t>
            </a:r>
            <a:endParaRPr lang="en-US" sz="1400" dirty="0">
              <a:ea typeface="+mn-lt"/>
              <a:cs typeface="+mn-lt"/>
            </a:endParaRPr>
          </a:p>
          <a:p>
            <a:pPr marL="283210" indent="-283210"/>
            <a:r>
              <a:rPr lang="en-US" sz="1400">
                <a:ea typeface="+mn-lt"/>
                <a:cs typeface="+mn-lt"/>
              </a:rPr>
              <a:t>About</a:t>
            </a:r>
            <a:endParaRPr lang="en-US" sz="1400" dirty="0">
              <a:ea typeface="+mn-lt"/>
              <a:cs typeface="+mn-lt"/>
            </a:endParaRPr>
          </a:p>
          <a:p>
            <a:pPr marL="0" indent="0">
              <a:buNone/>
            </a:pPr>
            <a:r>
              <a:rPr lang="en-US" sz="1400">
                <a:ea typeface="+mn-lt"/>
                <a:cs typeface="+mn-lt"/>
              </a:rPr>
              <a:t>User Interface Layout</a:t>
            </a:r>
            <a:endParaRPr lang="en-US" sz="1400" dirty="0">
              <a:ea typeface="+mn-lt"/>
              <a:cs typeface="+mn-lt"/>
            </a:endParaRPr>
          </a:p>
          <a:p>
            <a:pPr marL="283210" indent="-283210">
              <a:buFont typeface="Arial"/>
              <a:buChar char="•"/>
            </a:pPr>
            <a:r>
              <a:rPr lang="en-US" sz="1400">
                <a:ea typeface="+mn-lt"/>
                <a:cs typeface="+mn-lt"/>
              </a:rPr>
              <a:t>Top navigation bar </a:t>
            </a:r>
            <a:endParaRPr lang="en-US" sz="1400">
              <a:cs typeface="Arial"/>
            </a:endParaRPr>
          </a:p>
          <a:p>
            <a:pPr marL="283210" indent="-283210">
              <a:buFont typeface="Arial"/>
              <a:buChar char="•"/>
            </a:pPr>
            <a:r>
              <a:rPr lang="en-US" sz="1400">
                <a:ea typeface="+mn-lt"/>
                <a:cs typeface="+mn-lt"/>
              </a:rPr>
              <a:t>Feature buttons within each page </a:t>
            </a:r>
            <a:endParaRPr lang="en-US" sz="1400">
              <a:cs typeface="Arial"/>
            </a:endParaRPr>
          </a:p>
          <a:p>
            <a:pPr marL="283210" indent="-283210">
              <a:buFont typeface="Arial"/>
              <a:buChar char="•"/>
            </a:pPr>
            <a:r>
              <a:rPr lang="en-US" sz="1400">
                <a:ea typeface="+mn-lt"/>
                <a:cs typeface="+mn-lt"/>
              </a:rPr>
              <a:t>Simple interaction flow </a:t>
            </a:r>
            <a:endParaRPr lang="en-US" sz="1400">
              <a:cs typeface="Arial"/>
            </a:endParaRPr>
          </a:p>
          <a:p>
            <a:pPr marL="283210" indent="-283210">
              <a:buFont typeface="Arial"/>
              <a:buChar char="•"/>
            </a:pPr>
            <a:r>
              <a:rPr lang="en-US" sz="1400">
                <a:ea typeface="+mn-lt"/>
                <a:cs typeface="+mn-lt"/>
              </a:rPr>
              <a:t>Component-based structure for React</a:t>
            </a:r>
            <a:endParaRPr lang="en-US" sz="1400"/>
          </a:p>
          <a:p>
            <a:pPr marL="0" indent="0">
              <a:buNone/>
            </a:pPr>
            <a:endParaRPr lang="en-US" dirty="0">
              <a:cs typeface="Arial"/>
            </a:endParaRPr>
          </a:p>
        </p:txBody>
      </p:sp>
      <p:sp>
        <p:nvSpPr>
          <p:cNvPr id="13" name="Slide Number Placeholder 12">
            <a:extLst>
              <a:ext uri="{FF2B5EF4-FFF2-40B4-BE49-F238E27FC236}">
                <a16:creationId xmlns:a16="http://schemas.microsoft.com/office/drawing/2014/main" id="{197010B6-B37B-34CD-E59A-C8144C312742}"/>
              </a:ext>
            </a:extLst>
          </p:cNvPr>
          <p:cNvSpPr>
            <a:spLocks noGrp="1"/>
          </p:cNvSpPr>
          <p:nvPr>
            <p:ph type="sldNum" sz="quarter" idx="12"/>
          </p:nvPr>
        </p:nvSpPr>
        <p:spPr/>
        <p:txBody>
          <a:bodyPr/>
          <a:lstStyle/>
          <a:p>
            <a:fld id="{5BFCF61C-3B18-4C03-8326-CC3B32D710C9}" type="slidenum">
              <a:rPr lang="en-US" smtClean="0"/>
              <a:pPr/>
              <a:t>4</a:t>
            </a:fld>
            <a:endParaRPr lang="en-US"/>
          </a:p>
        </p:txBody>
      </p:sp>
      <p:pic>
        <p:nvPicPr>
          <p:cNvPr id="3" name="Picture 2" descr="A screenshot of a computer&#10;&#10;AI-generated content may be incorrect.">
            <a:extLst>
              <a:ext uri="{FF2B5EF4-FFF2-40B4-BE49-F238E27FC236}">
                <a16:creationId xmlns:a16="http://schemas.microsoft.com/office/drawing/2014/main" id="{5596E8F8-09F3-2193-0A3B-7861DCD9B400}"/>
              </a:ext>
            </a:extLst>
          </p:cNvPr>
          <p:cNvPicPr>
            <a:picLocks noChangeAspect="1"/>
          </p:cNvPicPr>
          <p:nvPr/>
        </p:nvPicPr>
        <p:blipFill>
          <a:blip r:embed="rId3"/>
          <a:stretch>
            <a:fillRect/>
          </a:stretch>
        </p:blipFill>
        <p:spPr>
          <a:xfrm>
            <a:off x="4140868" y="3524527"/>
            <a:ext cx="7890711" cy="1653787"/>
          </a:xfrm>
          <a:prstGeom prst="rect">
            <a:avLst/>
          </a:prstGeom>
        </p:spPr>
      </p:pic>
    </p:spTree>
    <p:extLst>
      <p:ext uri="{BB962C8B-B14F-4D97-AF65-F5344CB8AC3E}">
        <p14:creationId xmlns:p14="http://schemas.microsoft.com/office/powerpoint/2010/main" val="5877233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7580C-6740-CFCC-18DD-D7F868246D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51B2E5E-78B8-83D2-C9C9-0947C91DA5DB}"/>
              </a:ext>
            </a:extLst>
          </p:cNvPr>
          <p:cNvSpPr>
            <a:spLocks noGrp="1"/>
          </p:cNvSpPr>
          <p:nvPr>
            <p:ph type="title"/>
          </p:nvPr>
        </p:nvSpPr>
        <p:spPr/>
        <p:txBody>
          <a:bodyPr/>
          <a:lstStyle/>
          <a:p>
            <a:r>
              <a:rPr lang="en-US" sz="4400">
                <a:cs typeface="Arial"/>
              </a:rPr>
              <a:t>Development approach</a:t>
            </a:r>
            <a:endParaRPr lang="en-US" sz="4400" dirty="0">
              <a:cs typeface="Arial"/>
            </a:endParaRPr>
          </a:p>
        </p:txBody>
      </p:sp>
      <p:sp>
        <p:nvSpPr>
          <p:cNvPr id="12" name="Footer Placeholder 11">
            <a:extLst>
              <a:ext uri="{FF2B5EF4-FFF2-40B4-BE49-F238E27FC236}">
                <a16:creationId xmlns:a16="http://schemas.microsoft.com/office/drawing/2014/main" id="{A7C1681C-3688-814E-4537-B116B8659BDB}"/>
              </a:ext>
            </a:extLst>
          </p:cNvPr>
          <p:cNvSpPr>
            <a:spLocks noGrp="1"/>
          </p:cNvSpPr>
          <p:nvPr>
            <p:ph type="ftr" sz="quarter" idx="11"/>
          </p:nvPr>
        </p:nvSpPr>
        <p:spPr>
          <a:xfrm>
            <a:off x="362634" y="184522"/>
            <a:ext cx="2688492" cy="391550"/>
          </a:xfrm>
        </p:spPr>
        <p:txBody>
          <a:bodyPr/>
          <a:lstStyle/>
          <a:p>
            <a:r>
              <a:rPr lang="en-US"/>
              <a:t>StreamList Movie Management App</a:t>
            </a:r>
          </a:p>
        </p:txBody>
      </p:sp>
      <p:sp>
        <p:nvSpPr>
          <p:cNvPr id="5" name="Text Placeholder 4">
            <a:extLst>
              <a:ext uri="{FF2B5EF4-FFF2-40B4-BE49-F238E27FC236}">
                <a16:creationId xmlns:a16="http://schemas.microsoft.com/office/drawing/2014/main" id="{AD10B951-04DE-B163-F2FB-E73110D1B60F}"/>
              </a:ext>
            </a:extLst>
          </p:cNvPr>
          <p:cNvSpPr>
            <a:spLocks noGrp="1"/>
          </p:cNvSpPr>
          <p:nvPr>
            <p:ph type="body" sz="quarter" idx="15"/>
          </p:nvPr>
        </p:nvSpPr>
        <p:spPr>
          <a:xfrm>
            <a:off x="1498991" y="2961952"/>
            <a:ext cx="3103880" cy="1975828"/>
          </a:xfrm>
        </p:spPr>
        <p:txBody>
          <a:bodyPr vert="horz" lIns="91440" tIns="45720" rIns="91440" bIns="45720" rtlCol="0" anchor="t">
            <a:noAutofit/>
          </a:bodyPr>
          <a:lstStyle/>
          <a:p>
            <a:pPr marL="283210" indent="-283210">
              <a:buNone/>
            </a:pPr>
            <a:r>
              <a:rPr lang="en-US" sz="1400">
                <a:ea typeface="+mn-lt"/>
                <a:cs typeface="+mn-lt"/>
              </a:rPr>
              <a:t>Technical Stack</a:t>
            </a:r>
            <a:endParaRPr lang="en-US">
              <a:cs typeface="Arial"/>
            </a:endParaRPr>
          </a:p>
          <a:p>
            <a:pPr marL="283210" indent="-283210">
              <a:buFont typeface="Arial"/>
              <a:buChar char="•"/>
            </a:pPr>
            <a:r>
              <a:rPr lang="en-US" sz="1400">
                <a:ea typeface="+mn-lt"/>
                <a:cs typeface="+mn-lt"/>
              </a:rPr>
              <a:t>React frontend </a:t>
            </a:r>
            <a:endParaRPr lang="en-US"/>
          </a:p>
          <a:p>
            <a:pPr marL="283210" indent="-283210">
              <a:buFont typeface="Arial"/>
            </a:pPr>
            <a:r>
              <a:rPr lang="en-US" sz="1400">
                <a:ea typeface="+mn-lt"/>
                <a:cs typeface="+mn-lt"/>
              </a:rPr>
              <a:t>React Router navigation </a:t>
            </a:r>
            <a:endParaRPr lang="en-US"/>
          </a:p>
          <a:p>
            <a:pPr marL="283210" indent="-283210">
              <a:buFont typeface="Arial"/>
            </a:pPr>
            <a:r>
              <a:rPr lang="en-US" sz="1400">
                <a:ea typeface="+mn-lt"/>
                <a:cs typeface="+mn-lt"/>
              </a:rPr>
              <a:t>Node.js backend </a:t>
            </a:r>
            <a:endParaRPr lang="en-US"/>
          </a:p>
          <a:p>
            <a:pPr marL="283210" indent="-283210">
              <a:buFont typeface="Arial"/>
            </a:pPr>
            <a:r>
              <a:rPr lang="en-US" sz="1400">
                <a:ea typeface="+mn-lt"/>
                <a:cs typeface="+mn-lt"/>
              </a:rPr>
              <a:t>Secure payment processing</a:t>
            </a:r>
            <a:endParaRPr lang="en-US"/>
          </a:p>
          <a:p>
            <a:pPr marL="0" indent="0">
              <a:buNone/>
            </a:pPr>
            <a:endParaRPr lang="en-US" sz="1400" dirty="0">
              <a:ea typeface="+mn-lt"/>
              <a:cs typeface="+mn-lt"/>
            </a:endParaRPr>
          </a:p>
          <a:p>
            <a:pPr marL="0" indent="0">
              <a:buNone/>
            </a:pPr>
            <a:endParaRPr lang="en-US" sz="1400"/>
          </a:p>
        </p:txBody>
      </p:sp>
      <p:sp>
        <p:nvSpPr>
          <p:cNvPr id="13" name="Slide Number Placeholder 12">
            <a:extLst>
              <a:ext uri="{FF2B5EF4-FFF2-40B4-BE49-F238E27FC236}">
                <a16:creationId xmlns:a16="http://schemas.microsoft.com/office/drawing/2014/main" id="{61A91137-5FE1-FD92-DC9B-974AB2840D57}"/>
              </a:ext>
            </a:extLst>
          </p:cNvPr>
          <p:cNvSpPr>
            <a:spLocks noGrp="1"/>
          </p:cNvSpPr>
          <p:nvPr>
            <p:ph type="sldNum" sz="quarter" idx="12"/>
          </p:nvPr>
        </p:nvSpPr>
        <p:spPr/>
        <p:txBody>
          <a:bodyPr/>
          <a:lstStyle/>
          <a:p>
            <a:fld id="{5BFCF61C-3B18-4C03-8326-CC3B32D710C9}" type="slidenum">
              <a:rPr lang="en-US" smtClean="0"/>
              <a:pPr/>
              <a:t>5</a:t>
            </a:fld>
            <a:endParaRPr lang="en-US"/>
          </a:p>
        </p:txBody>
      </p:sp>
      <p:sp>
        <p:nvSpPr>
          <p:cNvPr id="4" name="TextBox 3">
            <a:extLst>
              <a:ext uri="{FF2B5EF4-FFF2-40B4-BE49-F238E27FC236}">
                <a16:creationId xmlns:a16="http://schemas.microsoft.com/office/drawing/2014/main" id="{F28AAF04-7244-B63A-7FCA-3C3130F8F118}"/>
              </a:ext>
            </a:extLst>
          </p:cNvPr>
          <p:cNvSpPr txBox="1"/>
          <p:nvPr/>
        </p:nvSpPr>
        <p:spPr>
          <a:xfrm>
            <a:off x="5861538" y="2960076"/>
            <a:ext cx="6096000" cy="19389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3210" indent="-283210">
              <a:lnSpc>
                <a:spcPct val="150000"/>
              </a:lnSpc>
            </a:pPr>
            <a:r>
              <a:rPr lang="en-US" sz="1400">
                <a:solidFill>
                  <a:srgbClr val="3B4546"/>
                </a:solidFill>
                <a:ea typeface="+mn-lt"/>
                <a:cs typeface="+mn-lt"/>
              </a:rPr>
              <a:t>Development Strategy</a:t>
            </a:r>
            <a:endParaRPr lang="en-US" sz="1400" dirty="0">
              <a:solidFill>
                <a:srgbClr val="3B4546"/>
              </a:solidFill>
              <a:ea typeface="+mn-lt"/>
              <a:cs typeface="+mn-lt"/>
            </a:endParaRPr>
          </a:p>
          <a:p>
            <a:pPr marL="283210" indent="-283210">
              <a:lnSpc>
                <a:spcPct val="150000"/>
              </a:lnSpc>
              <a:buFont typeface="Arial,Sans-Serif"/>
              <a:buChar char="•"/>
            </a:pPr>
            <a:r>
              <a:rPr lang="en-US" sz="1400">
                <a:solidFill>
                  <a:srgbClr val="3B4546"/>
                </a:solidFill>
                <a:ea typeface="+mn-lt"/>
                <a:cs typeface="+mn-lt"/>
              </a:rPr>
              <a:t>Component-based architecture</a:t>
            </a:r>
            <a:endParaRPr lang="en-US" sz="1400">
              <a:cs typeface="Arial"/>
            </a:endParaRPr>
          </a:p>
          <a:p>
            <a:pPr marL="283210" indent="-283210">
              <a:lnSpc>
                <a:spcPct val="150000"/>
              </a:lnSpc>
              <a:buFont typeface="Arial,Sans-Serif"/>
              <a:buChar char="•"/>
            </a:pPr>
            <a:r>
              <a:rPr lang="en-US" sz="1400" dirty="0">
                <a:solidFill>
                  <a:srgbClr val="3B4546"/>
                </a:solidFill>
                <a:ea typeface="+mn-lt"/>
                <a:cs typeface="+mn-lt"/>
              </a:rPr>
              <a:t>Incremental feature </a:t>
            </a:r>
            <a:r>
              <a:rPr lang="en-US" sz="1400">
                <a:solidFill>
                  <a:srgbClr val="3B4546"/>
                </a:solidFill>
                <a:ea typeface="+mn-lt"/>
                <a:cs typeface="+mn-lt"/>
              </a:rPr>
              <a:t>development</a:t>
            </a:r>
            <a:endParaRPr lang="en-US" sz="1400">
              <a:cs typeface="Arial"/>
            </a:endParaRPr>
          </a:p>
          <a:p>
            <a:pPr marL="283210" indent="-283210">
              <a:lnSpc>
                <a:spcPct val="150000"/>
              </a:lnSpc>
              <a:buFont typeface="Arial,Sans-Serif"/>
              <a:buChar char="•"/>
            </a:pPr>
            <a:r>
              <a:rPr lang="en-US" sz="1400" dirty="0">
                <a:solidFill>
                  <a:srgbClr val="3B4546"/>
                </a:solidFill>
                <a:ea typeface="+mn-lt"/>
                <a:cs typeface="+mn-lt"/>
              </a:rPr>
              <a:t>Testing and </a:t>
            </a:r>
            <a:r>
              <a:rPr lang="en-US" sz="1400">
                <a:solidFill>
                  <a:srgbClr val="3B4546"/>
                </a:solidFill>
                <a:ea typeface="+mn-lt"/>
                <a:cs typeface="+mn-lt"/>
              </a:rPr>
              <a:t>deployment milestones</a:t>
            </a:r>
            <a:endParaRPr lang="en-US" sz="1400">
              <a:cs typeface="Arial"/>
            </a:endParaRPr>
          </a:p>
          <a:p>
            <a:endParaRPr lang="en-US" dirty="0">
              <a:solidFill>
                <a:srgbClr val="000000"/>
              </a:solidFill>
              <a:cs typeface="Arial"/>
            </a:endParaRPr>
          </a:p>
          <a:p>
            <a:pPr algn="ctr"/>
            <a:endParaRPr lang="en-US">
              <a:cs typeface="Arial"/>
            </a:endParaRPr>
          </a:p>
        </p:txBody>
      </p:sp>
    </p:spTree>
    <p:extLst>
      <p:ext uri="{BB962C8B-B14F-4D97-AF65-F5344CB8AC3E}">
        <p14:creationId xmlns:p14="http://schemas.microsoft.com/office/powerpoint/2010/main" val="541137815"/>
      </p:ext>
    </p:extLst>
  </p:cSld>
  <p:clrMapOvr>
    <a:masterClrMapping/>
  </p:clrMapOvr>
</p:sld>
</file>

<file path=ppt/theme/theme1.xml><?xml version="1.0" encoding="utf-8"?>
<a:theme xmlns:a="http://schemas.openxmlformats.org/drawingml/2006/main" name="Office Theme">
  <a:themeElements>
    <a:clrScheme name="Custom 10">
      <a:dk1>
        <a:srgbClr val="000000"/>
      </a:dk1>
      <a:lt1>
        <a:srgbClr val="FFFFFF"/>
      </a:lt1>
      <a:dk2>
        <a:srgbClr val="3B4546"/>
      </a:dk2>
      <a:lt2>
        <a:srgbClr val="E7E6E6"/>
      </a:lt2>
      <a:accent1>
        <a:srgbClr val="753F2C"/>
      </a:accent1>
      <a:accent2>
        <a:srgbClr val="637376"/>
      </a:accent2>
      <a:accent3>
        <a:srgbClr val="BE937E"/>
      </a:accent3>
      <a:accent4>
        <a:srgbClr val="576853"/>
      </a:accent4>
      <a:accent5>
        <a:srgbClr val="EDE9E6"/>
      </a:accent5>
      <a:accent6>
        <a:srgbClr val="D0CDC5"/>
      </a:accent6>
      <a:hlink>
        <a:srgbClr val="4F4F4F"/>
      </a:hlink>
      <a:folHlink>
        <a:srgbClr val="BE937E"/>
      </a:folHlink>
    </a:clrScheme>
    <a:fontScheme name="Custom 13">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oject_Status_Report_Win32_jx_v12" id="{5D6FBA16-B4D1-4307-B1D7-61285FA0D9C0}" vid="{1DA9E459-46CB-4408-AA4C-63950E2E548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5783CE7D-BFC6-4030-A335-E7F88DB664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5B4CAA5-BE7A-46AB-97ED-63B24C46A3A8}">
  <ds:schemaRefs>
    <ds:schemaRef ds:uri="http://schemas.microsoft.com/sharepoint/v3/contenttype/forms"/>
  </ds:schemaRefs>
</ds:datastoreItem>
</file>

<file path=customXml/itemProps3.xml><?xml version="1.0" encoding="utf-8"?>
<ds:datastoreItem xmlns:ds="http://schemas.openxmlformats.org/officeDocument/2006/customXml" ds:itemID="{411F98F7-6576-47F1-AD63-56E26C33974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0</TotalTime>
  <Words>421</Words>
  <Application>Microsoft Office PowerPoint</Application>
  <PresentationFormat>Widescreen</PresentationFormat>
  <Paragraphs>95</Paragraphs>
  <Slides>5</Slides>
  <Notes>5</Notes>
  <HiddenSlides>0</HiddenSlides>
  <MMClips>0</MMClips>
  <ScaleCrop>false</ScaleCrop>
  <HeadingPairs>
    <vt:vector size="4" baseType="variant">
      <vt:variant>
        <vt:lpstr>Theme</vt:lpstr>
      </vt:variant>
      <vt:variant>
        <vt:i4>1</vt:i4>
      </vt:variant>
      <vt:variant>
        <vt:lpstr>Slide Titles</vt:lpstr>
      </vt:variant>
      <vt:variant>
        <vt:i4>5</vt:i4>
      </vt:variant>
    </vt:vector>
  </HeadingPairs>
  <TitlesOfParts>
    <vt:vector size="6" baseType="lpstr">
      <vt:lpstr>Office Theme</vt:lpstr>
      <vt:lpstr>StreamList Movie Management App INT499 Capstone </vt:lpstr>
      <vt:lpstr>SUMMARY</vt:lpstr>
      <vt:lpstr>Gantt Chart (Project Planning)</vt:lpstr>
      <vt:lpstr>Wireframe Design</vt:lpstr>
      <vt:lpstr>Development approach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143</cp:revision>
  <dcterms:created xsi:type="dcterms:W3CDTF">2026-03-29T23:31:20Z</dcterms:created>
  <dcterms:modified xsi:type="dcterms:W3CDTF">2026-03-30T00:06:40Z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